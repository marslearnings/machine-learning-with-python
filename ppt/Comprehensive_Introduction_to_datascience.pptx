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13.xml" ContentType="application/vnd.openxmlformats-officedocument.presentationml.notesSlide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7"/>
  </p:notesMasterIdLst>
  <p:sldIdLst>
    <p:sldId id="256" r:id="rId2"/>
    <p:sldId id="258" r:id="rId3"/>
    <p:sldId id="352" r:id="rId4"/>
    <p:sldId id="285" r:id="rId5"/>
    <p:sldId id="354" r:id="rId6"/>
    <p:sldId id="355" r:id="rId7"/>
    <p:sldId id="288" r:id="rId8"/>
    <p:sldId id="289" r:id="rId9"/>
    <p:sldId id="361" r:id="rId10"/>
    <p:sldId id="362" r:id="rId11"/>
    <p:sldId id="376" r:id="rId12"/>
    <p:sldId id="359" r:id="rId13"/>
    <p:sldId id="360" r:id="rId14"/>
    <p:sldId id="294" r:id="rId15"/>
    <p:sldId id="295" r:id="rId16"/>
    <p:sldId id="325" r:id="rId17"/>
    <p:sldId id="327" r:id="rId18"/>
    <p:sldId id="345" r:id="rId19"/>
    <p:sldId id="299" r:id="rId20"/>
    <p:sldId id="366" r:id="rId21"/>
    <p:sldId id="367" r:id="rId22"/>
    <p:sldId id="368" r:id="rId23"/>
    <p:sldId id="300" r:id="rId24"/>
    <p:sldId id="301" r:id="rId25"/>
    <p:sldId id="302" r:id="rId26"/>
    <p:sldId id="303" r:id="rId27"/>
    <p:sldId id="304" r:id="rId28"/>
    <p:sldId id="305" r:id="rId29"/>
    <p:sldId id="375" r:id="rId30"/>
    <p:sldId id="306" r:id="rId31"/>
    <p:sldId id="328" r:id="rId32"/>
    <p:sldId id="334" r:id="rId33"/>
    <p:sldId id="351" r:id="rId34"/>
    <p:sldId id="371" r:id="rId35"/>
    <p:sldId id="312" r:id="rId36"/>
    <p:sldId id="377" r:id="rId37"/>
    <p:sldId id="378" r:id="rId38"/>
    <p:sldId id="262" r:id="rId39"/>
    <p:sldId id="269" r:id="rId40"/>
    <p:sldId id="266" r:id="rId41"/>
    <p:sldId id="270" r:id="rId42"/>
    <p:sldId id="271" r:id="rId43"/>
    <p:sldId id="263" r:id="rId44"/>
    <p:sldId id="273" r:id="rId45"/>
    <p:sldId id="275" r:id="rId46"/>
    <p:sldId id="276" r:id="rId47"/>
    <p:sldId id="277" r:id="rId48"/>
    <p:sldId id="260" r:id="rId49"/>
    <p:sldId id="268" r:id="rId50"/>
    <p:sldId id="279" r:id="rId51"/>
    <p:sldId id="278" r:id="rId52"/>
    <p:sldId id="264" r:id="rId53"/>
    <p:sldId id="265" r:id="rId54"/>
    <p:sldId id="372" r:id="rId55"/>
    <p:sldId id="280" r:id="rId56"/>
    <p:sldId id="313" r:id="rId57"/>
    <p:sldId id="373" r:id="rId58"/>
    <p:sldId id="315" r:id="rId59"/>
    <p:sldId id="379" r:id="rId60"/>
    <p:sldId id="381" r:id="rId61"/>
    <p:sldId id="382" r:id="rId62"/>
    <p:sldId id="383" r:id="rId63"/>
    <p:sldId id="384" r:id="rId64"/>
    <p:sldId id="324" r:id="rId65"/>
    <p:sldId id="374" r:id="rId66"/>
  </p:sldIdLst>
  <p:sldSz cx="18288000" cy="10287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40" userDrawn="1">
          <p15:clr>
            <a:srgbClr val="A4A3A4"/>
          </p15:clr>
        </p15:guide>
        <p15:guide id="2" pos="57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96B24"/>
    <a:srgbClr val="0E415A"/>
    <a:srgbClr val="EEE7E6"/>
    <a:srgbClr val="FFFFFF"/>
    <a:srgbClr val="1D021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2131" autoAdjust="0"/>
  </p:normalViewPr>
  <p:slideViewPr>
    <p:cSldViewPr snapToGrid="0" showGuides="1">
      <p:cViewPr varScale="1">
        <p:scale>
          <a:sx n="56" d="100"/>
          <a:sy n="56" d="100"/>
        </p:scale>
        <p:origin x="1536" y="84"/>
      </p:cViewPr>
      <p:guideLst>
        <p:guide orient="horz" pos="3240"/>
        <p:guide pos="576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2D2ABE3-49A9-4E41-BE80-68C82859DEDB}" type="doc">
      <dgm:prSet loTypeId="urn:microsoft.com/office/officeart/2005/8/layout/pyramid1" loCatId="pyramid" qsTypeId="urn:microsoft.com/office/officeart/2005/8/quickstyle/simple1" qsCatId="simple" csTypeId="urn:microsoft.com/office/officeart/2005/8/colors/colorful4" csCatId="colorful" phldr="1"/>
      <dgm:spPr/>
    </dgm:pt>
    <dgm:pt modelId="{2560E438-6D77-49BB-BDC9-19CED9995994}">
      <dgm:prSet phldrT="[Text]" custT="1"/>
      <dgm:spPr/>
      <dgm:t>
        <a:bodyPr/>
        <a:lstStyle/>
        <a:p>
          <a:r>
            <a:rPr lang="en-IN" sz="2000" b="1" spc="0" dirty="0">
              <a:solidFill>
                <a:schemeClr val="bg1"/>
              </a:solidFill>
            </a:rPr>
            <a:t>ACTION</a:t>
          </a:r>
        </a:p>
      </dgm:t>
    </dgm:pt>
    <dgm:pt modelId="{942A0B52-4652-4F17-8EFC-6BBEA710B40E}" type="parTrans" cxnId="{782C4EA2-1E6F-405B-8AE2-2835B7F25094}">
      <dgm:prSet/>
      <dgm:spPr/>
      <dgm:t>
        <a:bodyPr/>
        <a:lstStyle/>
        <a:p>
          <a:endParaRPr lang="en-IN" sz="2400" b="1" spc="0" dirty="0">
            <a:solidFill>
              <a:schemeClr val="bg1"/>
            </a:solidFill>
          </a:endParaRPr>
        </a:p>
      </dgm:t>
    </dgm:pt>
    <dgm:pt modelId="{0E793A9B-087E-406D-A905-982E37AFD54A}" type="sibTrans" cxnId="{782C4EA2-1E6F-405B-8AE2-2835B7F25094}">
      <dgm:prSet/>
      <dgm:spPr/>
      <dgm:t>
        <a:bodyPr/>
        <a:lstStyle/>
        <a:p>
          <a:endParaRPr lang="en-IN" sz="2400" b="1" spc="0" dirty="0">
            <a:solidFill>
              <a:schemeClr val="bg1"/>
            </a:solidFill>
          </a:endParaRPr>
        </a:p>
      </dgm:t>
    </dgm:pt>
    <dgm:pt modelId="{33B3651B-90E1-4D94-B5A0-1BD8AFAF01B2}">
      <dgm:prSet phldrT="[Text]" custT="1"/>
      <dgm:spPr/>
      <dgm:t>
        <a:bodyPr/>
        <a:lstStyle/>
        <a:p>
          <a:r>
            <a:rPr lang="en-IN" sz="2400" b="1" spc="0" dirty="0">
              <a:solidFill>
                <a:schemeClr val="bg1"/>
              </a:solidFill>
            </a:rPr>
            <a:t>KNOWLEDGE</a:t>
          </a:r>
        </a:p>
      </dgm:t>
    </dgm:pt>
    <dgm:pt modelId="{0DD72CBA-6053-49F7-B475-40F3BDB3538C}" type="parTrans" cxnId="{F0D56A11-7CBA-4C9E-9540-82799F5D70B7}">
      <dgm:prSet/>
      <dgm:spPr/>
      <dgm:t>
        <a:bodyPr/>
        <a:lstStyle/>
        <a:p>
          <a:endParaRPr lang="en-IN" sz="2400" b="1" spc="0" dirty="0">
            <a:solidFill>
              <a:schemeClr val="bg1"/>
            </a:solidFill>
          </a:endParaRPr>
        </a:p>
      </dgm:t>
    </dgm:pt>
    <dgm:pt modelId="{2FCB5FD2-A557-4D7B-AD1C-D736DDE49B46}" type="sibTrans" cxnId="{F0D56A11-7CBA-4C9E-9540-82799F5D70B7}">
      <dgm:prSet/>
      <dgm:spPr/>
      <dgm:t>
        <a:bodyPr/>
        <a:lstStyle/>
        <a:p>
          <a:endParaRPr lang="en-IN" sz="2400" b="1" spc="0" dirty="0">
            <a:solidFill>
              <a:schemeClr val="bg1"/>
            </a:solidFill>
          </a:endParaRPr>
        </a:p>
      </dgm:t>
    </dgm:pt>
    <dgm:pt modelId="{7CF265C8-E35B-4825-B01E-1AA1EEB4549B}">
      <dgm:prSet phldrT="[Text]" custT="1"/>
      <dgm:spPr/>
      <dgm:t>
        <a:bodyPr/>
        <a:lstStyle/>
        <a:p>
          <a:r>
            <a:rPr lang="en-IN" sz="2400" b="1" spc="0" dirty="0">
              <a:solidFill>
                <a:schemeClr val="bg1"/>
              </a:solidFill>
            </a:rPr>
            <a:t>INFORMATION</a:t>
          </a:r>
        </a:p>
      </dgm:t>
    </dgm:pt>
    <dgm:pt modelId="{2C74A2E6-75F7-4E97-B566-D4B3836A3483}" type="parTrans" cxnId="{737927F8-6C35-4E35-AEDE-D5FA7638D034}">
      <dgm:prSet/>
      <dgm:spPr/>
      <dgm:t>
        <a:bodyPr/>
        <a:lstStyle/>
        <a:p>
          <a:endParaRPr lang="en-IN" sz="2400" b="1" spc="0" dirty="0">
            <a:solidFill>
              <a:schemeClr val="bg1"/>
            </a:solidFill>
          </a:endParaRPr>
        </a:p>
      </dgm:t>
    </dgm:pt>
    <dgm:pt modelId="{87477358-1087-496E-8513-035B9F049501}" type="sibTrans" cxnId="{737927F8-6C35-4E35-AEDE-D5FA7638D034}">
      <dgm:prSet/>
      <dgm:spPr/>
      <dgm:t>
        <a:bodyPr/>
        <a:lstStyle/>
        <a:p>
          <a:endParaRPr lang="en-IN" sz="2400" b="1" spc="0" dirty="0">
            <a:solidFill>
              <a:schemeClr val="bg1"/>
            </a:solidFill>
          </a:endParaRPr>
        </a:p>
      </dgm:t>
    </dgm:pt>
    <dgm:pt modelId="{77A77A30-FD12-4062-A97C-9C3AF2EC6E95}">
      <dgm:prSet phldrT="[Text]" custT="1"/>
      <dgm:spPr/>
      <dgm:t>
        <a:bodyPr/>
        <a:lstStyle/>
        <a:p>
          <a:r>
            <a:rPr lang="en-IN" sz="2400" b="1" spc="0" dirty="0">
              <a:solidFill>
                <a:schemeClr val="bg1"/>
              </a:solidFill>
            </a:rPr>
            <a:t>DATA</a:t>
          </a:r>
        </a:p>
      </dgm:t>
    </dgm:pt>
    <dgm:pt modelId="{F2A28420-6357-4171-BC4E-9D074570985B}" type="parTrans" cxnId="{CB09564B-AD12-475B-956A-9DCC13C4634D}">
      <dgm:prSet/>
      <dgm:spPr/>
      <dgm:t>
        <a:bodyPr/>
        <a:lstStyle/>
        <a:p>
          <a:endParaRPr lang="en-IN" sz="2400" b="1" spc="0" dirty="0">
            <a:solidFill>
              <a:schemeClr val="bg1"/>
            </a:solidFill>
          </a:endParaRPr>
        </a:p>
      </dgm:t>
    </dgm:pt>
    <dgm:pt modelId="{CB7A2D1A-74C4-421E-ACD3-6B9FD7FDF467}" type="sibTrans" cxnId="{CB09564B-AD12-475B-956A-9DCC13C4634D}">
      <dgm:prSet/>
      <dgm:spPr/>
      <dgm:t>
        <a:bodyPr/>
        <a:lstStyle/>
        <a:p>
          <a:endParaRPr lang="en-IN" sz="2400" b="1" spc="0" dirty="0">
            <a:solidFill>
              <a:schemeClr val="bg1"/>
            </a:solidFill>
          </a:endParaRPr>
        </a:p>
      </dgm:t>
    </dgm:pt>
    <dgm:pt modelId="{89800FEC-A4F1-4FDF-BA21-AD00D2BFBBCC}" type="pres">
      <dgm:prSet presAssocID="{A2D2ABE3-49A9-4E41-BE80-68C82859DEDB}" presName="Name0" presStyleCnt="0">
        <dgm:presLayoutVars>
          <dgm:dir/>
          <dgm:animLvl val="lvl"/>
          <dgm:resizeHandles val="exact"/>
        </dgm:presLayoutVars>
      </dgm:prSet>
      <dgm:spPr/>
    </dgm:pt>
    <dgm:pt modelId="{D322BCD7-3111-44B4-98D8-4A2CDED16B80}" type="pres">
      <dgm:prSet presAssocID="{2560E438-6D77-49BB-BDC9-19CED9995994}" presName="Name8" presStyleCnt="0"/>
      <dgm:spPr/>
    </dgm:pt>
    <dgm:pt modelId="{EF6FDFD8-79B9-48F6-8482-3285F49CF2C2}" type="pres">
      <dgm:prSet presAssocID="{2560E438-6D77-49BB-BDC9-19CED9995994}" presName="level" presStyleLbl="node1" presStyleIdx="0" presStyleCnt="4">
        <dgm:presLayoutVars>
          <dgm:chMax val="1"/>
          <dgm:bulletEnabled val="1"/>
        </dgm:presLayoutVars>
      </dgm:prSet>
      <dgm:spPr/>
    </dgm:pt>
    <dgm:pt modelId="{298C1A33-25CF-4BBB-BE40-2D74297A884E}" type="pres">
      <dgm:prSet presAssocID="{2560E438-6D77-49BB-BDC9-19CED9995994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645910AA-D19A-48A7-9899-D5B746EBF451}" type="pres">
      <dgm:prSet presAssocID="{33B3651B-90E1-4D94-B5A0-1BD8AFAF01B2}" presName="Name8" presStyleCnt="0"/>
      <dgm:spPr/>
    </dgm:pt>
    <dgm:pt modelId="{6D2E5354-017F-4B6E-8EA3-EC75AB779AFE}" type="pres">
      <dgm:prSet presAssocID="{33B3651B-90E1-4D94-B5A0-1BD8AFAF01B2}" presName="level" presStyleLbl="node1" presStyleIdx="1" presStyleCnt="4">
        <dgm:presLayoutVars>
          <dgm:chMax val="1"/>
          <dgm:bulletEnabled val="1"/>
        </dgm:presLayoutVars>
      </dgm:prSet>
      <dgm:spPr/>
    </dgm:pt>
    <dgm:pt modelId="{CC2E960A-EB95-4D13-A0BB-8D6DE7E6D979}" type="pres">
      <dgm:prSet presAssocID="{33B3651B-90E1-4D94-B5A0-1BD8AFAF01B2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AFC7FCBC-DE05-4DD5-BA59-B7C445324BC0}" type="pres">
      <dgm:prSet presAssocID="{7CF265C8-E35B-4825-B01E-1AA1EEB4549B}" presName="Name8" presStyleCnt="0"/>
      <dgm:spPr/>
    </dgm:pt>
    <dgm:pt modelId="{31249AD2-0C41-4B78-A3E5-A7157FD8C1B6}" type="pres">
      <dgm:prSet presAssocID="{7CF265C8-E35B-4825-B01E-1AA1EEB4549B}" presName="level" presStyleLbl="node1" presStyleIdx="2" presStyleCnt="4">
        <dgm:presLayoutVars>
          <dgm:chMax val="1"/>
          <dgm:bulletEnabled val="1"/>
        </dgm:presLayoutVars>
      </dgm:prSet>
      <dgm:spPr/>
    </dgm:pt>
    <dgm:pt modelId="{218DDCA6-0573-4812-9034-85E5269A5FEA}" type="pres">
      <dgm:prSet presAssocID="{7CF265C8-E35B-4825-B01E-1AA1EEB4549B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BD688C2E-83E4-4E65-9EA5-A49442C5C5E2}" type="pres">
      <dgm:prSet presAssocID="{77A77A30-FD12-4062-A97C-9C3AF2EC6E95}" presName="Name8" presStyleCnt="0"/>
      <dgm:spPr/>
    </dgm:pt>
    <dgm:pt modelId="{A3BB99EC-72C6-444A-9F6D-AA787E861CE3}" type="pres">
      <dgm:prSet presAssocID="{77A77A30-FD12-4062-A97C-9C3AF2EC6E95}" presName="level" presStyleLbl="node1" presStyleIdx="3" presStyleCnt="4">
        <dgm:presLayoutVars>
          <dgm:chMax val="1"/>
          <dgm:bulletEnabled val="1"/>
        </dgm:presLayoutVars>
      </dgm:prSet>
      <dgm:spPr/>
    </dgm:pt>
    <dgm:pt modelId="{F20AE2D6-F861-4D14-8F68-04AA5218C56B}" type="pres">
      <dgm:prSet presAssocID="{77A77A30-FD12-4062-A97C-9C3AF2EC6E95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CA364306-B211-4B93-A87D-04CCF35D12EC}" type="presOf" srcId="{2560E438-6D77-49BB-BDC9-19CED9995994}" destId="{298C1A33-25CF-4BBB-BE40-2D74297A884E}" srcOrd="1" destOrd="0" presId="urn:microsoft.com/office/officeart/2005/8/layout/pyramid1"/>
    <dgm:cxn modelId="{F0D56A11-7CBA-4C9E-9540-82799F5D70B7}" srcId="{A2D2ABE3-49A9-4E41-BE80-68C82859DEDB}" destId="{33B3651B-90E1-4D94-B5A0-1BD8AFAF01B2}" srcOrd="1" destOrd="0" parTransId="{0DD72CBA-6053-49F7-B475-40F3BDB3538C}" sibTransId="{2FCB5FD2-A557-4D7B-AD1C-D736DDE49B46}"/>
    <dgm:cxn modelId="{10E90835-5F3E-4DE5-91D9-E858562B4E8B}" type="presOf" srcId="{2560E438-6D77-49BB-BDC9-19CED9995994}" destId="{EF6FDFD8-79B9-48F6-8482-3285F49CF2C2}" srcOrd="0" destOrd="0" presId="urn:microsoft.com/office/officeart/2005/8/layout/pyramid1"/>
    <dgm:cxn modelId="{CB09564B-AD12-475B-956A-9DCC13C4634D}" srcId="{A2D2ABE3-49A9-4E41-BE80-68C82859DEDB}" destId="{77A77A30-FD12-4062-A97C-9C3AF2EC6E95}" srcOrd="3" destOrd="0" parTransId="{F2A28420-6357-4171-BC4E-9D074570985B}" sibTransId="{CB7A2D1A-74C4-421E-ACD3-6B9FD7FDF467}"/>
    <dgm:cxn modelId="{923ED785-4129-49DF-B538-0CEC2DB95307}" type="presOf" srcId="{77A77A30-FD12-4062-A97C-9C3AF2EC6E95}" destId="{F20AE2D6-F861-4D14-8F68-04AA5218C56B}" srcOrd="1" destOrd="0" presId="urn:microsoft.com/office/officeart/2005/8/layout/pyramid1"/>
    <dgm:cxn modelId="{8164DD8F-8F6D-4F9C-ABB7-C7A8553AE0FB}" type="presOf" srcId="{33B3651B-90E1-4D94-B5A0-1BD8AFAF01B2}" destId="{CC2E960A-EB95-4D13-A0BB-8D6DE7E6D979}" srcOrd="1" destOrd="0" presId="urn:microsoft.com/office/officeart/2005/8/layout/pyramid1"/>
    <dgm:cxn modelId="{640C209D-CAD8-4435-A672-10E1D58E0301}" type="presOf" srcId="{7CF265C8-E35B-4825-B01E-1AA1EEB4549B}" destId="{218DDCA6-0573-4812-9034-85E5269A5FEA}" srcOrd="1" destOrd="0" presId="urn:microsoft.com/office/officeart/2005/8/layout/pyramid1"/>
    <dgm:cxn modelId="{7EEDF6A1-04AC-412F-9B60-9385B1115176}" type="presOf" srcId="{33B3651B-90E1-4D94-B5A0-1BD8AFAF01B2}" destId="{6D2E5354-017F-4B6E-8EA3-EC75AB779AFE}" srcOrd="0" destOrd="0" presId="urn:microsoft.com/office/officeart/2005/8/layout/pyramid1"/>
    <dgm:cxn modelId="{782C4EA2-1E6F-405B-8AE2-2835B7F25094}" srcId="{A2D2ABE3-49A9-4E41-BE80-68C82859DEDB}" destId="{2560E438-6D77-49BB-BDC9-19CED9995994}" srcOrd="0" destOrd="0" parTransId="{942A0B52-4652-4F17-8EFC-6BBEA710B40E}" sibTransId="{0E793A9B-087E-406D-A905-982E37AFD54A}"/>
    <dgm:cxn modelId="{FF2753B5-D4C1-4BF2-B192-79F2263A47BF}" type="presOf" srcId="{77A77A30-FD12-4062-A97C-9C3AF2EC6E95}" destId="{A3BB99EC-72C6-444A-9F6D-AA787E861CE3}" srcOrd="0" destOrd="0" presId="urn:microsoft.com/office/officeart/2005/8/layout/pyramid1"/>
    <dgm:cxn modelId="{E8D36DD0-6F9A-46E5-85EA-C501A3895ABB}" type="presOf" srcId="{A2D2ABE3-49A9-4E41-BE80-68C82859DEDB}" destId="{89800FEC-A4F1-4FDF-BA21-AD00D2BFBBCC}" srcOrd="0" destOrd="0" presId="urn:microsoft.com/office/officeart/2005/8/layout/pyramid1"/>
    <dgm:cxn modelId="{ABCF51DE-050B-4D58-9043-53CA1B478304}" type="presOf" srcId="{7CF265C8-E35B-4825-B01E-1AA1EEB4549B}" destId="{31249AD2-0C41-4B78-A3E5-A7157FD8C1B6}" srcOrd="0" destOrd="0" presId="urn:microsoft.com/office/officeart/2005/8/layout/pyramid1"/>
    <dgm:cxn modelId="{737927F8-6C35-4E35-AEDE-D5FA7638D034}" srcId="{A2D2ABE3-49A9-4E41-BE80-68C82859DEDB}" destId="{7CF265C8-E35B-4825-B01E-1AA1EEB4549B}" srcOrd="2" destOrd="0" parTransId="{2C74A2E6-75F7-4E97-B566-D4B3836A3483}" sibTransId="{87477358-1087-496E-8513-035B9F049501}"/>
    <dgm:cxn modelId="{48A838F0-1A06-468F-940F-8F699C1C1E1C}" type="presParOf" srcId="{89800FEC-A4F1-4FDF-BA21-AD00D2BFBBCC}" destId="{D322BCD7-3111-44B4-98D8-4A2CDED16B80}" srcOrd="0" destOrd="0" presId="urn:microsoft.com/office/officeart/2005/8/layout/pyramid1"/>
    <dgm:cxn modelId="{C3B5113F-08B9-4A4A-B6CE-F885492F1255}" type="presParOf" srcId="{D322BCD7-3111-44B4-98D8-4A2CDED16B80}" destId="{EF6FDFD8-79B9-48F6-8482-3285F49CF2C2}" srcOrd="0" destOrd="0" presId="urn:microsoft.com/office/officeart/2005/8/layout/pyramid1"/>
    <dgm:cxn modelId="{390A15EA-25CA-497F-A7D0-6EADD7F40611}" type="presParOf" srcId="{D322BCD7-3111-44B4-98D8-4A2CDED16B80}" destId="{298C1A33-25CF-4BBB-BE40-2D74297A884E}" srcOrd="1" destOrd="0" presId="urn:microsoft.com/office/officeart/2005/8/layout/pyramid1"/>
    <dgm:cxn modelId="{AD161ACE-C314-4EEF-B9F6-20287FB40795}" type="presParOf" srcId="{89800FEC-A4F1-4FDF-BA21-AD00D2BFBBCC}" destId="{645910AA-D19A-48A7-9899-D5B746EBF451}" srcOrd="1" destOrd="0" presId="urn:microsoft.com/office/officeart/2005/8/layout/pyramid1"/>
    <dgm:cxn modelId="{BE20273F-CBED-4A68-B3C8-5258128C253E}" type="presParOf" srcId="{645910AA-D19A-48A7-9899-D5B746EBF451}" destId="{6D2E5354-017F-4B6E-8EA3-EC75AB779AFE}" srcOrd="0" destOrd="0" presId="urn:microsoft.com/office/officeart/2005/8/layout/pyramid1"/>
    <dgm:cxn modelId="{84A86C3B-441C-4179-BD53-2274C4D37904}" type="presParOf" srcId="{645910AA-D19A-48A7-9899-D5B746EBF451}" destId="{CC2E960A-EB95-4D13-A0BB-8D6DE7E6D979}" srcOrd="1" destOrd="0" presId="urn:microsoft.com/office/officeart/2005/8/layout/pyramid1"/>
    <dgm:cxn modelId="{DCFC46B6-4494-4E68-A167-C4CD0F37EAED}" type="presParOf" srcId="{89800FEC-A4F1-4FDF-BA21-AD00D2BFBBCC}" destId="{AFC7FCBC-DE05-4DD5-BA59-B7C445324BC0}" srcOrd="2" destOrd="0" presId="urn:microsoft.com/office/officeart/2005/8/layout/pyramid1"/>
    <dgm:cxn modelId="{955A8190-2A08-4A62-B090-EE309CBC28B1}" type="presParOf" srcId="{AFC7FCBC-DE05-4DD5-BA59-B7C445324BC0}" destId="{31249AD2-0C41-4B78-A3E5-A7157FD8C1B6}" srcOrd="0" destOrd="0" presId="urn:microsoft.com/office/officeart/2005/8/layout/pyramid1"/>
    <dgm:cxn modelId="{6AD6B7DF-E25E-4AD2-B6C6-ACF249774B2A}" type="presParOf" srcId="{AFC7FCBC-DE05-4DD5-BA59-B7C445324BC0}" destId="{218DDCA6-0573-4812-9034-85E5269A5FEA}" srcOrd="1" destOrd="0" presId="urn:microsoft.com/office/officeart/2005/8/layout/pyramid1"/>
    <dgm:cxn modelId="{5185C044-3986-4416-ADCF-0465C8D67C15}" type="presParOf" srcId="{89800FEC-A4F1-4FDF-BA21-AD00D2BFBBCC}" destId="{BD688C2E-83E4-4E65-9EA5-A49442C5C5E2}" srcOrd="3" destOrd="0" presId="urn:microsoft.com/office/officeart/2005/8/layout/pyramid1"/>
    <dgm:cxn modelId="{1CD1FB70-5F96-4563-8C04-983BE4C4CB23}" type="presParOf" srcId="{BD688C2E-83E4-4E65-9EA5-A49442C5C5E2}" destId="{A3BB99EC-72C6-444A-9F6D-AA787E861CE3}" srcOrd="0" destOrd="0" presId="urn:microsoft.com/office/officeart/2005/8/layout/pyramid1"/>
    <dgm:cxn modelId="{65A084B3-B81E-46CB-A689-C08FE07D72C2}" type="presParOf" srcId="{BD688C2E-83E4-4E65-9EA5-A49442C5C5E2}" destId="{F20AE2D6-F861-4D14-8F68-04AA5218C56B}" srcOrd="1" destOrd="0" presId="urn:microsoft.com/office/officeart/2005/8/layout/pyramid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2D2ABE3-49A9-4E41-BE80-68C82859DEDB}" type="doc">
      <dgm:prSet loTypeId="urn:microsoft.com/office/officeart/2005/8/layout/pyramid1" loCatId="pyramid" qsTypeId="urn:microsoft.com/office/officeart/2005/8/quickstyle/simple1" qsCatId="simple" csTypeId="urn:microsoft.com/office/officeart/2005/8/colors/colorful4" csCatId="colorful" phldr="1"/>
      <dgm:spPr/>
    </dgm:pt>
    <dgm:pt modelId="{2560E438-6D77-49BB-BDC9-19CED9995994}">
      <dgm:prSet phldrT="[Text]" custT="1"/>
      <dgm:spPr/>
      <dgm:t>
        <a:bodyPr/>
        <a:lstStyle/>
        <a:p>
          <a:r>
            <a:rPr lang="en-IN" sz="2000" b="1" spc="0" dirty="0">
              <a:solidFill>
                <a:schemeClr val="bg1"/>
              </a:solidFill>
            </a:rPr>
            <a:t>ACTION</a:t>
          </a:r>
        </a:p>
      </dgm:t>
    </dgm:pt>
    <dgm:pt modelId="{942A0B52-4652-4F17-8EFC-6BBEA710B40E}" type="parTrans" cxnId="{782C4EA2-1E6F-405B-8AE2-2835B7F25094}">
      <dgm:prSet/>
      <dgm:spPr/>
      <dgm:t>
        <a:bodyPr/>
        <a:lstStyle/>
        <a:p>
          <a:endParaRPr lang="en-IN" sz="2400" b="1" spc="0" dirty="0">
            <a:solidFill>
              <a:schemeClr val="bg1"/>
            </a:solidFill>
          </a:endParaRPr>
        </a:p>
      </dgm:t>
    </dgm:pt>
    <dgm:pt modelId="{0E793A9B-087E-406D-A905-982E37AFD54A}" type="sibTrans" cxnId="{782C4EA2-1E6F-405B-8AE2-2835B7F25094}">
      <dgm:prSet/>
      <dgm:spPr/>
      <dgm:t>
        <a:bodyPr/>
        <a:lstStyle/>
        <a:p>
          <a:endParaRPr lang="en-IN" sz="2400" b="1" spc="0" dirty="0">
            <a:solidFill>
              <a:schemeClr val="bg1"/>
            </a:solidFill>
          </a:endParaRPr>
        </a:p>
      </dgm:t>
    </dgm:pt>
    <dgm:pt modelId="{33B3651B-90E1-4D94-B5A0-1BD8AFAF01B2}">
      <dgm:prSet phldrT="[Text]" custT="1"/>
      <dgm:spPr/>
      <dgm:t>
        <a:bodyPr/>
        <a:lstStyle/>
        <a:p>
          <a:r>
            <a:rPr lang="en-IN" sz="2400" b="1" spc="0" dirty="0">
              <a:solidFill>
                <a:schemeClr val="bg1"/>
              </a:solidFill>
            </a:rPr>
            <a:t>KNOWLEDGE</a:t>
          </a:r>
        </a:p>
      </dgm:t>
    </dgm:pt>
    <dgm:pt modelId="{0DD72CBA-6053-49F7-B475-40F3BDB3538C}" type="parTrans" cxnId="{F0D56A11-7CBA-4C9E-9540-82799F5D70B7}">
      <dgm:prSet/>
      <dgm:spPr/>
      <dgm:t>
        <a:bodyPr/>
        <a:lstStyle/>
        <a:p>
          <a:endParaRPr lang="en-IN" sz="2400" b="1" spc="0" dirty="0">
            <a:solidFill>
              <a:schemeClr val="bg1"/>
            </a:solidFill>
          </a:endParaRPr>
        </a:p>
      </dgm:t>
    </dgm:pt>
    <dgm:pt modelId="{2FCB5FD2-A557-4D7B-AD1C-D736DDE49B46}" type="sibTrans" cxnId="{F0D56A11-7CBA-4C9E-9540-82799F5D70B7}">
      <dgm:prSet/>
      <dgm:spPr/>
      <dgm:t>
        <a:bodyPr/>
        <a:lstStyle/>
        <a:p>
          <a:endParaRPr lang="en-IN" sz="2400" b="1" spc="0" dirty="0">
            <a:solidFill>
              <a:schemeClr val="bg1"/>
            </a:solidFill>
          </a:endParaRPr>
        </a:p>
      </dgm:t>
    </dgm:pt>
    <dgm:pt modelId="{7CF265C8-E35B-4825-B01E-1AA1EEB4549B}">
      <dgm:prSet phldrT="[Text]" custT="1"/>
      <dgm:spPr/>
      <dgm:t>
        <a:bodyPr/>
        <a:lstStyle/>
        <a:p>
          <a:r>
            <a:rPr lang="en-IN" sz="2400" b="1" spc="0" dirty="0">
              <a:solidFill>
                <a:schemeClr val="bg1"/>
              </a:solidFill>
            </a:rPr>
            <a:t>INFORMATION</a:t>
          </a:r>
        </a:p>
      </dgm:t>
    </dgm:pt>
    <dgm:pt modelId="{2C74A2E6-75F7-4E97-B566-D4B3836A3483}" type="parTrans" cxnId="{737927F8-6C35-4E35-AEDE-D5FA7638D034}">
      <dgm:prSet/>
      <dgm:spPr/>
      <dgm:t>
        <a:bodyPr/>
        <a:lstStyle/>
        <a:p>
          <a:endParaRPr lang="en-IN" sz="2400" b="1" spc="0" dirty="0">
            <a:solidFill>
              <a:schemeClr val="bg1"/>
            </a:solidFill>
          </a:endParaRPr>
        </a:p>
      </dgm:t>
    </dgm:pt>
    <dgm:pt modelId="{87477358-1087-496E-8513-035B9F049501}" type="sibTrans" cxnId="{737927F8-6C35-4E35-AEDE-D5FA7638D034}">
      <dgm:prSet/>
      <dgm:spPr/>
      <dgm:t>
        <a:bodyPr/>
        <a:lstStyle/>
        <a:p>
          <a:endParaRPr lang="en-IN" sz="2400" b="1" spc="0" dirty="0">
            <a:solidFill>
              <a:schemeClr val="bg1"/>
            </a:solidFill>
          </a:endParaRPr>
        </a:p>
      </dgm:t>
    </dgm:pt>
    <dgm:pt modelId="{77A77A30-FD12-4062-A97C-9C3AF2EC6E95}">
      <dgm:prSet phldrT="[Text]" custT="1"/>
      <dgm:spPr/>
      <dgm:t>
        <a:bodyPr/>
        <a:lstStyle/>
        <a:p>
          <a:r>
            <a:rPr lang="en-IN" sz="2400" b="1" spc="0" dirty="0">
              <a:solidFill>
                <a:schemeClr val="bg1"/>
              </a:solidFill>
            </a:rPr>
            <a:t>DATA</a:t>
          </a:r>
        </a:p>
      </dgm:t>
    </dgm:pt>
    <dgm:pt modelId="{F2A28420-6357-4171-BC4E-9D074570985B}" type="parTrans" cxnId="{CB09564B-AD12-475B-956A-9DCC13C4634D}">
      <dgm:prSet/>
      <dgm:spPr/>
      <dgm:t>
        <a:bodyPr/>
        <a:lstStyle/>
        <a:p>
          <a:endParaRPr lang="en-IN" sz="2400" b="1" spc="0" dirty="0">
            <a:solidFill>
              <a:schemeClr val="bg1"/>
            </a:solidFill>
          </a:endParaRPr>
        </a:p>
      </dgm:t>
    </dgm:pt>
    <dgm:pt modelId="{CB7A2D1A-74C4-421E-ACD3-6B9FD7FDF467}" type="sibTrans" cxnId="{CB09564B-AD12-475B-956A-9DCC13C4634D}">
      <dgm:prSet/>
      <dgm:spPr/>
      <dgm:t>
        <a:bodyPr/>
        <a:lstStyle/>
        <a:p>
          <a:endParaRPr lang="en-IN" sz="2400" b="1" spc="0" dirty="0">
            <a:solidFill>
              <a:schemeClr val="bg1"/>
            </a:solidFill>
          </a:endParaRPr>
        </a:p>
      </dgm:t>
    </dgm:pt>
    <dgm:pt modelId="{89800FEC-A4F1-4FDF-BA21-AD00D2BFBBCC}" type="pres">
      <dgm:prSet presAssocID="{A2D2ABE3-49A9-4E41-BE80-68C82859DEDB}" presName="Name0" presStyleCnt="0">
        <dgm:presLayoutVars>
          <dgm:dir/>
          <dgm:animLvl val="lvl"/>
          <dgm:resizeHandles val="exact"/>
        </dgm:presLayoutVars>
      </dgm:prSet>
      <dgm:spPr/>
    </dgm:pt>
    <dgm:pt modelId="{D322BCD7-3111-44B4-98D8-4A2CDED16B80}" type="pres">
      <dgm:prSet presAssocID="{2560E438-6D77-49BB-BDC9-19CED9995994}" presName="Name8" presStyleCnt="0"/>
      <dgm:spPr/>
    </dgm:pt>
    <dgm:pt modelId="{EF6FDFD8-79B9-48F6-8482-3285F49CF2C2}" type="pres">
      <dgm:prSet presAssocID="{2560E438-6D77-49BB-BDC9-19CED9995994}" presName="level" presStyleLbl="node1" presStyleIdx="0" presStyleCnt="4">
        <dgm:presLayoutVars>
          <dgm:chMax val="1"/>
          <dgm:bulletEnabled val="1"/>
        </dgm:presLayoutVars>
      </dgm:prSet>
      <dgm:spPr/>
    </dgm:pt>
    <dgm:pt modelId="{298C1A33-25CF-4BBB-BE40-2D74297A884E}" type="pres">
      <dgm:prSet presAssocID="{2560E438-6D77-49BB-BDC9-19CED9995994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645910AA-D19A-48A7-9899-D5B746EBF451}" type="pres">
      <dgm:prSet presAssocID="{33B3651B-90E1-4D94-B5A0-1BD8AFAF01B2}" presName="Name8" presStyleCnt="0"/>
      <dgm:spPr/>
    </dgm:pt>
    <dgm:pt modelId="{6D2E5354-017F-4B6E-8EA3-EC75AB779AFE}" type="pres">
      <dgm:prSet presAssocID="{33B3651B-90E1-4D94-B5A0-1BD8AFAF01B2}" presName="level" presStyleLbl="node1" presStyleIdx="1" presStyleCnt="4">
        <dgm:presLayoutVars>
          <dgm:chMax val="1"/>
          <dgm:bulletEnabled val="1"/>
        </dgm:presLayoutVars>
      </dgm:prSet>
      <dgm:spPr/>
    </dgm:pt>
    <dgm:pt modelId="{CC2E960A-EB95-4D13-A0BB-8D6DE7E6D979}" type="pres">
      <dgm:prSet presAssocID="{33B3651B-90E1-4D94-B5A0-1BD8AFAF01B2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AFC7FCBC-DE05-4DD5-BA59-B7C445324BC0}" type="pres">
      <dgm:prSet presAssocID="{7CF265C8-E35B-4825-B01E-1AA1EEB4549B}" presName="Name8" presStyleCnt="0"/>
      <dgm:spPr/>
    </dgm:pt>
    <dgm:pt modelId="{31249AD2-0C41-4B78-A3E5-A7157FD8C1B6}" type="pres">
      <dgm:prSet presAssocID="{7CF265C8-E35B-4825-B01E-1AA1EEB4549B}" presName="level" presStyleLbl="node1" presStyleIdx="2" presStyleCnt="4">
        <dgm:presLayoutVars>
          <dgm:chMax val="1"/>
          <dgm:bulletEnabled val="1"/>
        </dgm:presLayoutVars>
      </dgm:prSet>
      <dgm:spPr/>
    </dgm:pt>
    <dgm:pt modelId="{218DDCA6-0573-4812-9034-85E5269A5FEA}" type="pres">
      <dgm:prSet presAssocID="{7CF265C8-E35B-4825-B01E-1AA1EEB4549B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BD688C2E-83E4-4E65-9EA5-A49442C5C5E2}" type="pres">
      <dgm:prSet presAssocID="{77A77A30-FD12-4062-A97C-9C3AF2EC6E95}" presName="Name8" presStyleCnt="0"/>
      <dgm:spPr/>
    </dgm:pt>
    <dgm:pt modelId="{A3BB99EC-72C6-444A-9F6D-AA787E861CE3}" type="pres">
      <dgm:prSet presAssocID="{77A77A30-FD12-4062-A97C-9C3AF2EC6E95}" presName="level" presStyleLbl="node1" presStyleIdx="3" presStyleCnt="4">
        <dgm:presLayoutVars>
          <dgm:chMax val="1"/>
          <dgm:bulletEnabled val="1"/>
        </dgm:presLayoutVars>
      </dgm:prSet>
      <dgm:spPr/>
    </dgm:pt>
    <dgm:pt modelId="{F20AE2D6-F861-4D14-8F68-04AA5218C56B}" type="pres">
      <dgm:prSet presAssocID="{77A77A30-FD12-4062-A97C-9C3AF2EC6E95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CA364306-B211-4B93-A87D-04CCF35D12EC}" type="presOf" srcId="{2560E438-6D77-49BB-BDC9-19CED9995994}" destId="{298C1A33-25CF-4BBB-BE40-2D74297A884E}" srcOrd="1" destOrd="0" presId="urn:microsoft.com/office/officeart/2005/8/layout/pyramid1"/>
    <dgm:cxn modelId="{F0D56A11-7CBA-4C9E-9540-82799F5D70B7}" srcId="{A2D2ABE3-49A9-4E41-BE80-68C82859DEDB}" destId="{33B3651B-90E1-4D94-B5A0-1BD8AFAF01B2}" srcOrd="1" destOrd="0" parTransId="{0DD72CBA-6053-49F7-B475-40F3BDB3538C}" sibTransId="{2FCB5FD2-A557-4D7B-AD1C-D736DDE49B46}"/>
    <dgm:cxn modelId="{10E90835-5F3E-4DE5-91D9-E858562B4E8B}" type="presOf" srcId="{2560E438-6D77-49BB-BDC9-19CED9995994}" destId="{EF6FDFD8-79B9-48F6-8482-3285F49CF2C2}" srcOrd="0" destOrd="0" presId="urn:microsoft.com/office/officeart/2005/8/layout/pyramid1"/>
    <dgm:cxn modelId="{CB09564B-AD12-475B-956A-9DCC13C4634D}" srcId="{A2D2ABE3-49A9-4E41-BE80-68C82859DEDB}" destId="{77A77A30-FD12-4062-A97C-9C3AF2EC6E95}" srcOrd="3" destOrd="0" parTransId="{F2A28420-6357-4171-BC4E-9D074570985B}" sibTransId="{CB7A2D1A-74C4-421E-ACD3-6B9FD7FDF467}"/>
    <dgm:cxn modelId="{923ED785-4129-49DF-B538-0CEC2DB95307}" type="presOf" srcId="{77A77A30-FD12-4062-A97C-9C3AF2EC6E95}" destId="{F20AE2D6-F861-4D14-8F68-04AA5218C56B}" srcOrd="1" destOrd="0" presId="urn:microsoft.com/office/officeart/2005/8/layout/pyramid1"/>
    <dgm:cxn modelId="{8164DD8F-8F6D-4F9C-ABB7-C7A8553AE0FB}" type="presOf" srcId="{33B3651B-90E1-4D94-B5A0-1BD8AFAF01B2}" destId="{CC2E960A-EB95-4D13-A0BB-8D6DE7E6D979}" srcOrd="1" destOrd="0" presId="urn:microsoft.com/office/officeart/2005/8/layout/pyramid1"/>
    <dgm:cxn modelId="{640C209D-CAD8-4435-A672-10E1D58E0301}" type="presOf" srcId="{7CF265C8-E35B-4825-B01E-1AA1EEB4549B}" destId="{218DDCA6-0573-4812-9034-85E5269A5FEA}" srcOrd="1" destOrd="0" presId="urn:microsoft.com/office/officeart/2005/8/layout/pyramid1"/>
    <dgm:cxn modelId="{7EEDF6A1-04AC-412F-9B60-9385B1115176}" type="presOf" srcId="{33B3651B-90E1-4D94-B5A0-1BD8AFAF01B2}" destId="{6D2E5354-017F-4B6E-8EA3-EC75AB779AFE}" srcOrd="0" destOrd="0" presId="urn:microsoft.com/office/officeart/2005/8/layout/pyramid1"/>
    <dgm:cxn modelId="{782C4EA2-1E6F-405B-8AE2-2835B7F25094}" srcId="{A2D2ABE3-49A9-4E41-BE80-68C82859DEDB}" destId="{2560E438-6D77-49BB-BDC9-19CED9995994}" srcOrd="0" destOrd="0" parTransId="{942A0B52-4652-4F17-8EFC-6BBEA710B40E}" sibTransId="{0E793A9B-087E-406D-A905-982E37AFD54A}"/>
    <dgm:cxn modelId="{FF2753B5-D4C1-4BF2-B192-79F2263A47BF}" type="presOf" srcId="{77A77A30-FD12-4062-A97C-9C3AF2EC6E95}" destId="{A3BB99EC-72C6-444A-9F6D-AA787E861CE3}" srcOrd="0" destOrd="0" presId="urn:microsoft.com/office/officeart/2005/8/layout/pyramid1"/>
    <dgm:cxn modelId="{E8D36DD0-6F9A-46E5-85EA-C501A3895ABB}" type="presOf" srcId="{A2D2ABE3-49A9-4E41-BE80-68C82859DEDB}" destId="{89800FEC-A4F1-4FDF-BA21-AD00D2BFBBCC}" srcOrd="0" destOrd="0" presId="urn:microsoft.com/office/officeart/2005/8/layout/pyramid1"/>
    <dgm:cxn modelId="{ABCF51DE-050B-4D58-9043-53CA1B478304}" type="presOf" srcId="{7CF265C8-E35B-4825-B01E-1AA1EEB4549B}" destId="{31249AD2-0C41-4B78-A3E5-A7157FD8C1B6}" srcOrd="0" destOrd="0" presId="urn:microsoft.com/office/officeart/2005/8/layout/pyramid1"/>
    <dgm:cxn modelId="{737927F8-6C35-4E35-AEDE-D5FA7638D034}" srcId="{A2D2ABE3-49A9-4E41-BE80-68C82859DEDB}" destId="{7CF265C8-E35B-4825-B01E-1AA1EEB4549B}" srcOrd="2" destOrd="0" parTransId="{2C74A2E6-75F7-4E97-B566-D4B3836A3483}" sibTransId="{87477358-1087-496E-8513-035B9F049501}"/>
    <dgm:cxn modelId="{48A838F0-1A06-468F-940F-8F699C1C1E1C}" type="presParOf" srcId="{89800FEC-A4F1-4FDF-BA21-AD00D2BFBBCC}" destId="{D322BCD7-3111-44B4-98D8-4A2CDED16B80}" srcOrd="0" destOrd="0" presId="urn:microsoft.com/office/officeart/2005/8/layout/pyramid1"/>
    <dgm:cxn modelId="{C3B5113F-08B9-4A4A-B6CE-F885492F1255}" type="presParOf" srcId="{D322BCD7-3111-44B4-98D8-4A2CDED16B80}" destId="{EF6FDFD8-79B9-48F6-8482-3285F49CF2C2}" srcOrd="0" destOrd="0" presId="urn:microsoft.com/office/officeart/2005/8/layout/pyramid1"/>
    <dgm:cxn modelId="{390A15EA-25CA-497F-A7D0-6EADD7F40611}" type="presParOf" srcId="{D322BCD7-3111-44B4-98D8-4A2CDED16B80}" destId="{298C1A33-25CF-4BBB-BE40-2D74297A884E}" srcOrd="1" destOrd="0" presId="urn:microsoft.com/office/officeart/2005/8/layout/pyramid1"/>
    <dgm:cxn modelId="{AD161ACE-C314-4EEF-B9F6-20287FB40795}" type="presParOf" srcId="{89800FEC-A4F1-4FDF-BA21-AD00D2BFBBCC}" destId="{645910AA-D19A-48A7-9899-D5B746EBF451}" srcOrd="1" destOrd="0" presId="urn:microsoft.com/office/officeart/2005/8/layout/pyramid1"/>
    <dgm:cxn modelId="{BE20273F-CBED-4A68-B3C8-5258128C253E}" type="presParOf" srcId="{645910AA-D19A-48A7-9899-D5B746EBF451}" destId="{6D2E5354-017F-4B6E-8EA3-EC75AB779AFE}" srcOrd="0" destOrd="0" presId="urn:microsoft.com/office/officeart/2005/8/layout/pyramid1"/>
    <dgm:cxn modelId="{84A86C3B-441C-4179-BD53-2274C4D37904}" type="presParOf" srcId="{645910AA-D19A-48A7-9899-D5B746EBF451}" destId="{CC2E960A-EB95-4D13-A0BB-8D6DE7E6D979}" srcOrd="1" destOrd="0" presId="urn:microsoft.com/office/officeart/2005/8/layout/pyramid1"/>
    <dgm:cxn modelId="{DCFC46B6-4494-4E68-A167-C4CD0F37EAED}" type="presParOf" srcId="{89800FEC-A4F1-4FDF-BA21-AD00D2BFBBCC}" destId="{AFC7FCBC-DE05-4DD5-BA59-B7C445324BC0}" srcOrd="2" destOrd="0" presId="urn:microsoft.com/office/officeart/2005/8/layout/pyramid1"/>
    <dgm:cxn modelId="{955A8190-2A08-4A62-B090-EE309CBC28B1}" type="presParOf" srcId="{AFC7FCBC-DE05-4DD5-BA59-B7C445324BC0}" destId="{31249AD2-0C41-4B78-A3E5-A7157FD8C1B6}" srcOrd="0" destOrd="0" presId="urn:microsoft.com/office/officeart/2005/8/layout/pyramid1"/>
    <dgm:cxn modelId="{6AD6B7DF-E25E-4AD2-B6C6-ACF249774B2A}" type="presParOf" srcId="{AFC7FCBC-DE05-4DD5-BA59-B7C445324BC0}" destId="{218DDCA6-0573-4812-9034-85E5269A5FEA}" srcOrd="1" destOrd="0" presId="urn:microsoft.com/office/officeart/2005/8/layout/pyramid1"/>
    <dgm:cxn modelId="{5185C044-3986-4416-ADCF-0465C8D67C15}" type="presParOf" srcId="{89800FEC-A4F1-4FDF-BA21-AD00D2BFBBCC}" destId="{BD688C2E-83E4-4E65-9EA5-A49442C5C5E2}" srcOrd="3" destOrd="0" presId="urn:microsoft.com/office/officeart/2005/8/layout/pyramid1"/>
    <dgm:cxn modelId="{1CD1FB70-5F96-4563-8C04-983BE4C4CB23}" type="presParOf" srcId="{BD688C2E-83E4-4E65-9EA5-A49442C5C5E2}" destId="{A3BB99EC-72C6-444A-9F6D-AA787E861CE3}" srcOrd="0" destOrd="0" presId="urn:microsoft.com/office/officeart/2005/8/layout/pyramid1"/>
    <dgm:cxn modelId="{65A084B3-B81E-46CB-A689-C08FE07D72C2}" type="presParOf" srcId="{BD688C2E-83E4-4E65-9EA5-A49442C5C5E2}" destId="{F20AE2D6-F861-4D14-8F68-04AA5218C56B}" srcOrd="1" destOrd="0" presId="urn:microsoft.com/office/officeart/2005/8/layout/pyramid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6FDFD8-79B9-48F6-8482-3285F49CF2C2}">
      <dsp:nvSpPr>
        <dsp:cNvPr id="0" name=""/>
        <dsp:cNvSpPr/>
      </dsp:nvSpPr>
      <dsp:spPr>
        <a:xfrm>
          <a:off x="3741083" y="0"/>
          <a:ext cx="2494055" cy="2032000"/>
        </a:xfrm>
        <a:prstGeom prst="trapezoid">
          <a:avLst>
            <a:gd name="adj" fmla="val 61369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b="1" kern="1200" spc="0" dirty="0">
              <a:solidFill>
                <a:schemeClr val="bg1"/>
              </a:solidFill>
            </a:rPr>
            <a:t>ACTION</a:t>
          </a:r>
        </a:p>
      </dsp:txBody>
      <dsp:txXfrm>
        <a:off x="3741083" y="0"/>
        <a:ext cx="2494055" cy="2032000"/>
      </dsp:txXfrm>
    </dsp:sp>
    <dsp:sp modelId="{6D2E5354-017F-4B6E-8EA3-EC75AB779AFE}">
      <dsp:nvSpPr>
        <dsp:cNvPr id="0" name=""/>
        <dsp:cNvSpPr/>
      </dsp:nvSpPr>
      <dsp:spPr>
        <a:xfrm>
          <a:off x="2494055" y="2031999"/>
          <a:ext cx="4988111" cy="2032000"/>
        </a:xfrm>
        <a:prstGeom prst="trapezoid">
          <a:avLst>
            <a:gd name="adj" fmla="val 61369"/>
          </a:avLst>
        </a:prstGeom>
        <a:solidFill>
          <a:schemeClr val="accent4">
            <a:hueOff val="2199979"/>
            <a:satOff val="-9734"/>
            <a:lumOff val="-163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1" kern="1200" spc="0" dirty="0">
              <a:solidFill>
                <a:schemeClr val="bg1"/>
              </a:solidFill>
            </a:rPr>
            <a:t>KNOWLEDGE</a:t>
          </a:r>
        </a:p>
      </dsp:txBody>
      <dsp:txXfrm>
        <a:off x="3366975" y="2031999"/>
        <a:ext cx="3242272" cy="2032000"/>
      </dsp:txXfrm>
    </dsp:sp>
    <dsp:sp modelId="{31249AD2-0C41-4B78-A3E5-A7157FD8C1B6}">
      <dsp:nvSpPr>
        <dsp:cNvPr id="0" name=""/>
        <dsp:cNvSpPr/>
      </dsp:nvSpPr>
      <dsp:spPr>
        <a:xfrm>
          <a:off x="1247028" y="4063999"/>
          <a:ext cx="7482167" cy="2032000"/>
        </a:xfrm>
        <a:prstGeom prst="trapezoid">
          <a:avLst>
            <a:gd name="adj" fmla="val 61369"/>
          </a:avLst>
        </a:prstGeom>
        <a:solidFill>
          <a:schemeClr val="accent4">
            <a:hueOff val="4399958"/>
            <a:satOff val="-19468"/>
            <a:lumOff val="-326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1" kern="1200" spc="0" dirty="0">
              <a:solidFill>
                <a:schemeClr val="bg1"/>
              </a:solidFill>
            </a:rPr>
            <a:t>INFORMATION</a:t>
          </a:r>
        </a:p>
      </dsp:txBody>
      <dsp:txXfrm>
        <a:off x="2556407" y="4063999"/>
        <a:ext cx="4863409" cy="2032000"/>
      </dsp:txXfrm>
    </dsp:sp>
    <dsp:sp modelId="{A3BB99EC-72C6-444A-9F6D-AA787E861CE3}">
      <dsp:nvSpPr>
        <dsp:cNvPr id="0" name=""/>
        <dsp:cNvSpPr/>
      </dsp:nvSpPr>
      <dsp:spPr>
        <a:xfrm>
          <a:off x="0" y="6095999"/>
          <a:ext cx="9976223" cy="2032000"/>
        </a:xfrm>
        <a:prstGeom prst="trapezoid">
          <a:avLst>
            <a:gd name="adj" fmla="val 61369"/>
          </a:avLst>
        </a:prstGeom>
        <a:solidFill>
          <a:schemeClr val="accent4">
            <a:hueOff val="6599937"/>
            <a:satOff val="-29202"/>
            <a:lumOff val="-490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1" kern="1200" spc="0" dirty="0">
              <a:solidFill>
                <a:schemeClr val="bg1"/>
              </a:solidFill>
            </a:rPr>
            <a:t>DATA</a:t>
          </a:r>
        </a:p>
      </dsp:txBody>
      <dsp:txXfrm>
        <a:off x="1745839" y="6095999"/>
        <a:ext cx="6484545" cy="2032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6FDFD8-79B9-48F6-8482-3285F49CF2C2}">
      <dsp:nvSpPr>
        <dsp:cNvPr id="0" name=""/>
        <dsp:cNvSpPr/>
      </dsp:nvSpPr>
      <dsp:spPr>
        <a:xfrm>
          <a:off x="3741083" y="0"/>
          <a:ext cx="2494055" cy="2032000"/>
        </a:xfrm>
        <a:prstGeom prst="trapezoid">
          <a:avLst>
            <a:gd name="adj" fmla="val 61369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b="1" kern="1200" spc="0" dirty="0">
              <a:solidFill>
                <a:schemeClr val="bg1"/>
              </a:solidFill>
            </a:rPr>
            <a:t>ACTION</a:t>
          </a:r>
        </a:p>
      </dsp:txBody>
      <dsp:txXfrm>
        <a:off x="3741083" y="0"/>
        <a:ext cx="2494055" cy="2032000"/>
      </dsp:txXfrm>
    </dsp:sp>
    <dsp:sp modelId="{6D2E5354-017F-4B6E-8EA3-EC75AB779AFE}">
      <dsp:nvSpPr>
        <dsp:cNvPr id="0" name=""/>
        <dsp:cNvSpPr/>
      </dsp:nvSpPr>
      <dsp:spPr>
        <a:xfrm>
          <a:off x="2494055" y="2031999"/>
          <a:ext cx="4988111" cy="2032000"/>
        </a:xfrm>
        <a:prstGeom prst="trapezoid">
          <a:avLst>
            <a:gd name="adj" fmla="val 61369"/>
          </a:avLst>
        </a:prstGeom>
        <a:solidFill>
          <a:schemeClr val="accent4">
            <a:hueOff val="2199979"/>
            <a:satOff val="-9734"/>
            <a:lumOff val="-163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1" kern="1200" spc="0" dirty="0">
              <a:solidFill>
                <a:schemeClr val="bg1"/>
              </a:solidFill>
            </a:rPr>
            <a:t>KNOWLEDGE</a:t>
          </a:r>
        </a:p>
      </dsp:txBody>
      <dsp:txXfrm>
        <a:off x="3366975" y="2031999"/>
        <a:ext cx="3242272" cy="2032000"/>
      </dsp:txXfrm>
    </dsp:sp>
    <dsp:sp modelId="{31249AD2-0C41-4B78-A3E5-A7157FD8C1B6}">
      <dsp:nvSpPr>
        <dsp:cNvPr id="0" name=""/>
        <dsp:cNvSpPr/>
      </dsp:nvSpPr>
      <dsp:spPr>
        <a:xfrm>
          <a:off x="1247028" y="4063999"/>
          <a:ext cx="7482167" cy="2032000"/>
        </a:xfrm>
        <a:prstGeom prst="trapezoid">
          <a:avLst>
            <a:gd name="adj" fmla="val 61369"/>
          </a:avLst>
        </a:prstGeom>
        <a:solidFill>
          <a:schemeClr val="accent4">
            <a:hueOff val="4399958"/>
            <a:satOff val="-19468"/>
            <a:lumOff val="-326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1" kern="1200" spc="0" dirty="0">
              <a:solidFill>
                <a:schemeClr val="bg1"/>
              </a:solidFill>
            </a:rPr>
            <a:t>INFORMATION</a:t>
          </a:r>
        </a:p>
      </dsp:txBody>
      <dsp:txXfrm>
        <a:off x="2556407" y="4063999"/>
        <a:ext cx="4863409" cy="2032000"/>
      </dsp:txXfrm>
    </dsp:sp>
    <dsp:sp modelId="{A3BB99EC-72C6-444A-9F6D-AA787E861CE3}">
      <dsp:nvSpPr>
        <dsp:cNvPr id="0" name=""/>
        <dsp:cNvSpPr/>
      </dsp:nvSpPr>
      <dsp:spPr>
        <a:xfrm>
          <a:off x="0" y="6095999"/>
          <a:ext cx="9976223" cy="2032000"/>
        </a:xfrm>
        <a:prstGeom prst="trapezoid">
          <a:avLst>
            <a:gd name="adj" fmla="val 61369"/>
          </a:avLst>
        </a:prstGeom>
        <a:solidFill>
          <a:schemeClr val="accent4">
            <a:hueOff val="6599937"/>
            <a:satOff val="-29202"/>
            <a:lumOff val="-490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1" kern="1200" spc="0" dirty="0">
              <a:solidFill>
                <a:schemeClr val="bg1"/>
              </a:solidFill>
            </a:rPr>
            <a:t>DATA</a:t>
          </a:r>
        </a:p>
      </dsp:txBody>
      <dsp:txXfrm>
        <a:off x="1745839" y="6095999"/>
        <a:ext cx="6484545" cy="2032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3-09T08:15:56.414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36534 23617 475 0,'0'0'113'15,"0"0"-64"-15,0 0 16 0,0 0 10 16,0 0-18 0,0 0-27-16,24-75-11 0,-24 75-11 15,0 0-2-15,5 0-4 16,-5 21-1-16,0 25 10 16,0 14 26-16,0 9-2 15,-40 6-5-15,0 9-8 16,-7-3-4-16,-4-2-5 15,6 2-5-15,-13-12 2 16,7-3-7-16,-2-6 0 16,8-6 0-16,0-8-2 15,5-13-1-15,6-18 0 16,-1-3-39-16,6-12-48 16,-5 0 28-16,7-12-42 15,-2-28-34-15,10-8-32 0,9-6-108 16</inkml:trace>
  <inkml:trace contextRef="#ctx0" brushRef="#br0" timeOffset="274.74">35836 23783 427 0,'0'0'146'0,"0"0"-54"0,0 0-28 16,0 0-20-16,0 0-25 15,0 0 29-15,310 66-24 0,-219-12-2 16,7 0-10-16,-8 7-1 16,3-7-11-16,-8 0 3 15,-6-6 0-15,-10-3-2 16,-10-3-2-16,-14-3-64 16,-11-12-31-16,-12-9-51 15,-4-11-202-15</inkml:trace>
  <inkml:trace contextRef="#ctx0" brushRef="#br0" timeOffset="524.13">37364 24093 752 0,'0'0'163'16,"0"0"-142"-1,0 0 24-15,0 0 12 0,0 0-50 16,0 0 14-16,75 168-4 16,-54-90-6-16,3 10-4 15,0-1-3-15,-3-6-3 16,-3-9 0-16,-2-12-1 16,-5-18-4-16,-3-9-47 15,-8-12-52-15,0-15-50 16,0-6-111-16</inkml:trace>
  <inkml:trace contextRef="#ctx0" brushRef="#br0" timeOffset="2193.44">17698 7958 434 0,'0'0'219'16,"0"0"-205"-16,0 0-6 15,-205 160 28-15,171-97 7 0,-6 9-12 16,6 1 1-16,-1-1-10 16,1 0 5-16,-1 3-11 15,-5 0-1-15,6-2-7 16,-6-4-3-16,-13-3-2 15,13-9-1-15,0-12-1 16,1-9-1-16,17-12-16 16,4-12-62-16,2-12-11 15,-3 0-74-15,3-18-372 16</inkml:trace>
  <inkml:trace contextRef="#ctx0" brushRef="#br0" timeOffset="2440.81">16835 8340 276 0,'0'0'347'0,"0"0"-291"16,0 0-23-16,0 0-18 16,0 0-15-16,0 0 19 15,178 55-9-15,-98-10 6 16,10 0-2-16,8 6-8 15,-13-3-4-15,3 1 0 0,-14-1-2 16,-5-9-4-16,-13-3-47 16,-11-12-86-16,-21-15-175 15</inkml:trace>
  <inkml:trace contextRef="#ctx0" brushRef="#br0" timeOffset="2913.5">17791 8831 651 0,'0'0'68'0,"0"0"-18"0,0 0 5 16,0 0-32-1,0 0-13-15,0 0-6 16,193-157-4-16,-129 143 4 0,-19 1 2 16,-5 7 0-16,-11 6 0 15,-5 0-3-15,-3 0-3 16,-2 9 8-16,-3 22-5 16,-6 10 9-16,-10 5-3 15,0 4 1-15,0 2-3 16,-5-7-3-16,-24-3 6 0,2-6-10 15,9-8 4-15,2-11-3 16,11-7 2 0,-3-5 0-16,8-5 1 15,0 0 10-15,0 0 24 0,0 0 3 16,0-3-14-16,29-21-15 16,34-6-11-16,12 0 1 15,4 0-1-15,9 0-1 16,-14 6-30-16,0 3-21 15,-13 5-18-15,-2 5-33 16,-25-1-50-16,-18 6-263 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3-09T08:16:56.501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11258 4704 514 0,'0'0'74'0,"0"0"-49"0,0 0 4 0,0 0 24 0,0 0-14 0,0 0-24 0,0 0-7 0,29-3-8 16,16 3 0-16,19 0 11 16,40 0-8-16,26-3 2 15,29-6 11-15,24 0-12 16,29-6 6-16,16-4 11 16,43-4-11-16,21-2 1 15,10-2 0-15,6 4-5 16,-27-4 8-16,-18 5-1 15,-45 1-13-15,-41 6 4 16,-33 7-4-16,-49 1 2 0,-21 1-4 16,-26 3 4-16,-21 3-4 15,-14 0 3-15,-13 0-2 16,0 0-7-16,0 0 0 16,0 0-13-16,-64 0 21 15,-39 0-21-15,-27 0-11 16,-37 16 2-16,-11 1-5 15,-10 5 5-15,-25-1-3 16,-10 0-8-16,-5-3 19 16,0-3 7-16,5-3-11 15,21-1 11-15,19 2 1 16,19-1 14-16,15-4 3 0,11 2-3 16,19-1 4-1,15-3-3-15,14 0-1 0,21-3 2 16,6 0-4-1,12 3 2-15,22-3 0 0,5 3 0 16,24-3-1-16,0 0-6 16,0 6-31-16,5-3 13 15,59 3 8-15,45-3 10 16,34 0 7-16,35-3 27 16,26-3-5-16,19 0-8 15,19 0-4-15,20-6-5 16,20-15-2-16,-4-3 4 15,-2-3-4-15,-37 2 3 16,-43 8-5-16,-47-1 1 0,-46 5-2 16,-52 5-19-16,-41-1-53 15,-10-1-45 1,-5 4-66-16</inkml:trace>
  <inkml:trace contextRef="#ctx0" brushRef="#br0" timeOffset="395.73">12139 4737 401 0,'0'0'41'0,"0"0"-41"0,0 0 7 0,366-12 10 0,-172-3 28 0,42-6-27 0,27-6 6 0,23 3-10 16,-2-3 2-16,-18 0 5 15,-28 6-15-15,-44 0-1 16,-37 5-4-16,-49 5-1 0,-63 5-2 16,-39 6-37-16,-6 0-8 15,-51 0-12-15,-57 0 25 16,-30 0-6-16,-35 0-13 16,-21 0-19-16,-18 0-76 15</inkml:trace>
  <inkml:trace contextRef="#ctx0" brushRef="#br0" timeOffset="629.54">12099 4623 126 0,'0'0'121'0,"-411"48"-53"0,289-30-36 15,48-3-1-15,47-3 12 16,27 0-21-16,0 0-22 16,0 0 0-16,74 0 24 15,35-6 5-15,45-3-10 0,34-3 1 16,25 0-10-16,10-21 1 15,5-9-2-15,-5-6 9 16,0 0-14-16,-11 3 3 16,-29 2-6-16,-35 8-2 15,-44 4-8 1,-35 7-51-16,-35 3-87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9T16:36:25.81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24575,'0'0'-8191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9T17:38:45.73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 24575,'6'0'0,"15"0"0,-4 0 0,-16 0 0,-7 6 0,-4 8 0,7 2 0,15-2 0,12-4 0,1-8 0,-8-7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3-09T08:17:08.117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8125 19076 844 0,'0'0'53'0,"0"0"-52"0,0 0 20 0,0 0 10 0,-88 201-8 0,88-116-2 0,0 4 2 0,0 11-2 0,0 5-1 16,0 4-2 0,0-4 2-16,0-12 4 15,0-18-12-15,0-14 2 0,0-22-10 16,0-18-1-16,0-9-2 15,0-12 0-15,0 0 10 16,0-22 3-16,0-43-14 16,0-29-15-16,0-29-17 15,-11-10-2-15,-5 1 13 16,-7 15 15-16,4 23 6 16,3 13 0-16,5 18 4 15,6 9-2-15,5 15 2 16,0 15 3-16,0 11 1 15,0 13 4-15,0 0-12 0,0 0-3 16,16 40 3 0,34 17 0-16,14 16 19 0,5 14-7 15,5 9 4-15,1 9 3 16,-1 3-7-16,6-2-7 16,-11-10 1-16,-6-9-1 15,-12-15-5-15,-11-11 2 16,-11-17-1-16,-11-13-1 15,-12-10-1 1,-6-13-48-16,0-8-37 0,0 0-25 16,-35-11-21-16,-34-28-160 15</inkml:trace>
  <inkml:trace contextRef="#ctx0" brushRef="#br0" timeOffset="225.79">7941 19731 596 0,'0'0'107'0,"0"0"-62"0,0 0 38 0,0 0-11 0,0 0-68 0,0 0 0 0,27-6-3 15,31-6 4-15,17-11-5 16,10-5-10-16,13-5-40 15,16-6-47-15,5-3-61 16,-2-3-138-16</inkml:trace>
  <inkml:trace contextRef="#ctx0" brushRef="#br0" timeOffset="1909.23">15079 9102 725 0,'0'0'77'0,"0"0"15"0,0 0 5 0,0 0-27 0,0 0-4 0,0 0-32 0,-35-58-14 16,35 58-12-16,0 0-8 15,0 0-1-15,0 12-4 16,-10 22 0-16,-9 16 5 15,3 10 5-15,-2 7 0 16,2-1-1-16,5 4-2 16,-7-5-1-16,2-1 2 15,-3-8 1-15,9-1-8 0,4-10 4 16,6-6-54 0,0-8-40-16,0-4-51 15,0-13-44-15,0-11-146 0</inkml:trace>
  <inkml:trace contextRef="#ctx0" brushRef="#br0" timeOffset="2461.02">14941 9303 696 0,'0'0'92'0,"0"0"-27"0,0 0-2 16,0 0-31-16,218-165-28 15,-149 152 0-15,-11 11 6 16,-8 2-10-16,-5 0-4 16,-10 2 1-16,-11 29-5 15,-8 11 5-15,-16 9 1 16,0 6 2-16,0 3 5 16,-27-2 1-16,-26-8 4 15,-3-5-3-15,3-9 1 16,8-8-1-16,16-10-6 15,18-9 3-15,-2-6-3 16,13-3 6-16,0 0 4 16,0 0 14-16,0-19-2 15,0-1-23-15,13-1 6 16,22 2-6-16,-1 2-2 0,1 7-1 16,-9 2 6-1,4 4-3-15,-6 4 0 0,-3 0-7 16,3 6 3-16,-1 21-6 15,-7 6 4-15,-16 7-3 16,0 2 8 0,0 3-2-16,-45-2 3 0,-18-8 15 15,-6-5 3-15,0-6 2 16,-6-15-1-16,9-9 4 16,-3 0 2-16,0-3-5 0,5-17-7 15,14-5-4 1,2-2-5-16,27-3-4 0,2 3-13 15,19 0-66-15,0 0-37 16,30-1-144-16</inkml:trace>
  <inkml:trace contextRef="#ctx0" brushRef="#br0" timeOffset="6149.66">9783 19138 436 0,'0'0'115'0,"0"0"-99"0,0 0 35 0,0 0 15 16,0 0-32-16,0 0-13 0,0 0-6 15,0 0 9 1,0 0-2-16,0 0 8 0,0 0-3 16,0 0-1-16,0 0-8 15,0 0-4-15,0 0-1 16,0 0 0-16,0 0-7 15,0 0-3-15,0 0 4 16,0 0 3 0,0 0 3-16,0 0 8 0,0 0 3 15,0-11-9-15,0-13-7 16,16 0-3-16,8 0-4 16,0-3-1-16,2-4 2 15,3-2 0-15,11-3-1 16,-5 0-1-16,4 0 1 15,6 0 1-15,3-6-2 0,3 3 2 16,7-4-2 0,-2 1 0-16,7-3 0 0,6-3 0 15,-8 0 0-15,3 0 0 16,0 3-5 0,-14-3 5-16,3 2 0 0,-2 1 0 15,-12-3-1-15,7 4-2 16,1-2 6-16,-7-2-2 15,11 0-1-15,2 0-3 16,-3-3 2-16,0-3 1 16,9-1 4-16,-19-2-4 0,5 6-2 15,3-3 2 1,-3 0 1-16,-6 0 1 16,1-7-2-16,0 5-1 0,0 1-1 15,0 4 1-15,5 6 2 16,2 0-2-16,-7 0 5 15,0 0-8-15,0-7 4 16,5-2 0-16,-5 3 0 16,8-6 0-16,-3 3 5 15,-11 0-10-15,6-4 6 16,-6 2-1-16,1-2 3 16,5 1-3-16,-6-3 0 15,6 3 0-15,-5 0 0 16,4 0-2-16,1 0 2 15,0-3 3-15,5 2-3 16,-5 1 0-16,8-4 0 0,2 2-4 16,0-7 4-16,-2 0 0 15,3-4 0-15,-12-2 0 16,14-4 1-16,-7 5 2 16,4-5-3-1,-5-5 0-15,3 3 1 0,-3-4-1 16,5-1 2-16,-2-2-1 15,3-2 0-15,-1-3-1 16,3-1 0-16,-3 4 0 16,4 3 1-16,-9-6 0 0,5 0 0 15,-5-3-1 1,3-4 0-16,2 7 1 16,3 5-3-16,-2 8 4 0,-6 4-4 15,0 1 2-15,8 3 0 16,-3 0 0-16,4-3 0 15,-4-3 3-15,-5-1-3 16,3-2 0-16,-3 0 1 16,0 3 2-16,0-1-3 15,3 4 1-15,-8 9 1 16,0 0-2-16,-1-1 2 16,1 2 1-16,5-1-1 15,0-4 0-15,3 1 1 16,2 0 0-16,-4-3-3 15,7 3-2-15,-8 2 1 16,0 1 2-16,8 0 2 16,-13 2-1-16,5 5-2 0,0-2-1 15,0-5 1-15,8 0 1 16,-8-3 0-16,6-3-2 16,2 0-1-16,-8 0 2 15,0-4 0-15,-5 7 3 16,7 0-3-1,4 0 0-15,-1-3 0 0,3 2 0 16,-2 1 0-16,7 3 0 16,-2 3 0-16,-8 6 0 15,2 0 1-15,-5-1-1 0,-5 1 1 16,0 0-1-16,2 3 5 16,9 0-5-16,-1 3 2 15,8 3-2-15,-2-1 0 16,-3 7 0-1,-8 3 1-15,0 3-1 0,-5 3 2 16,-5 6 0-16,-11 0-2 16,-8 0 0-1,7 0 2-15,1-3-2 0,3 3 1 16,-9 6-2-16,-7-3 2 16,2 6 0-16,-7-1-1 15,4 5-2-15,-10-1 2 16,11 2 0-16,-11 8-1 15,8-5 1-15,-3 5 0 16,-5-2-3-16,0 4 3 0,0 0-6 16,0 0-7-16,0 0-21 15,0 0-16-15,0 0-13 16,0 0-54-16,0 0-13 16,-29 9-27-16,-16 7-226 15</inkml:trace>
  <inkml:trace contextRef="#ctx0" brushRef="#br0" timeOffset="6568.19">16063 10412 390 0,'0'0'113'0,"0"0"-54"0,0 0-25 0,0 0-20 0,0 0-7 0,0 0 12 0,22 28 5 0,25-22 8 15,4-6-3 1,7 0-2-16,-2 0-6 0,-11 0-1 16,8 0-9-16,-18-12 3 15,-20 3 2-15,9 0 15 16,-8 3-3-16,3 0-14 15,-3 0-2-15,-3 3-5 0,-8 3-2 16,-5 0-1-16,6 0 0 16,-1 0-4-1,6 0-2-15,2 6-10 16,-3 21 9-16,-10 6 2 0,0 9 2 16,0 6 1-16,-5 10-2 15,-35 4-69-15,-18 5-73 16,-22-10-191-16</inkml:trace>
  <inkml:trace contextRef="#ctx0" brushRef="#br0" timeOffset="7387.36">10035 18552 1 0,'0'0'2'0,"0"0"0"0,0 0-1 0,0 0 3 0,0 0 3 0,0 0-7 0,-29 73 0 15,5-56-1-15,3 1-3 16</inkml:trace>
  <inkml:trace contextRef="#ctx0" brushRef="#br0" timeOffset="7933.46">9833 18766 201 0,'0'0'106'0,"0"0"-55"16,0 0 7-16,0 0-1 15,0 0-14-15,0 0-6 16,29-87-3-16,-18 72 11 16,2-1 8-16,-7 4-8 0,4 3-7 15,-4 1-8-15,-1 2 33 16,-5 6-23-16,0 0-13 16,0 0-14-16,0 0-3 15,0 0-10-15,8 12 1 16,-8 21 7-16,5 11 16 15,-5 2-13-15,0 2 1 0,0-3 0 16,0 3 3 0,0-9-4-16,0-3-2 0,0-6-8 15,0-5 8-15,0-8-6 16,0-4-2-16,0-7 1 16,0-4 2-16,0-2-2 15,0 0 1-15,0 0 2 16,0 0-2-16,0 0 5 15,0 0-1-15,0 0 0 16,0 0-7-16,0 0-2 16,16 0-4-16,29 0 6 15,24 0 10-15,5 0-7 16,1 0-3-16,-6 0-20 16,5 0-56-16,-5 0-41 15,-24 0-99-15</inkml:trace>
  <inkml:trace contextRef="#ctx0" brushRef="#br0" timeOffset="13678.23">9594 4830 178 0,'0'0'446'0,"0"0"-398"0,0 0-40 0,0 0-3 0,0 0 31 0,0 0 6 0,0 0-24 0,268-36-2 15,-193 24-1-15,4 6 2 16,20 0-3-16,15 0-5 16,10 3 2-16,20 0-9 15,4-6 4-15,19 3 6 16,-2 0-7-16,7 3 1 15,6-3-3-15,11 0 2 16,4 0-2-16,19-3 3 16,6-3-5-16,0 0 3 15,-1 0-3-15,-5 0 0 16,-2 3 1-16,2-3-2 0,1 3 5 16,-9-1-2-1,-2-1 9-15,-9-5 0 16,-4 1 7-16,7-3-8 0,-2-3 19 15,-11 4 2-15,-11-2-7 16,-13 5-21-16,-15-2-4 16,-1 5 1-16,-8-2 0 15,-2 1 0-15,-8 3 4 16,7 0-3-16,-7 3-2 16,8 1 2-16,-1 5 3 15,4-4-4-15,7 4-1 0,-5-3 0 16,0 0 3-16,-19 0-2 15,-5-3-1-15,-5 3 0 16,-5 0-2-16,5-3 2 16,-14 0 3-16,3 0-2 15,0 0 2-15,-7 0 0 16,-4 0 0-16,-13 0 4 16,-5 0-2-16,-8 0 3 15,-7 0-2-15,-9 2-3 16,-11 2 0-16,-13 2 1 15,-7-3 1-15,-4 3-3 16,-10 0 2-16,0 0-1 16,6 0-1-16,-6 0-2 0,0 0 0 31,0 0 0-31,0 0-2 0,0 0 1 0,0 0-20 16,0 0-26-1,0 0-34-15,-22 0-7 0,-31 0-66 16,-10 0-177-16</inkml:trace>
  <inkml:trace contextRef="#ctx0" brushRef="#br0" timeOffset="17739.2">9902 20032 374 0,'0'0'34'0,"0"0"-22"0,0 0 23 0,0 0-12 0,0 0-16 0,0 0-3 0,0 0 1 16,0 0 8-16,0-6 0 16,0 6-4-16,0 0-6 15,0 0-1-15,0 0-2 16,0 0-5-16,0 0-4 15,0 0-23-15,0 0-27 0,0 0-31 16,0 0-179-16</inkml:trace>
  <inkml:trace contextRef="#ctx0" brushRef="#br0" timeOffset="18073.52">9902 20032 368 0,'69'-93'154'0,"-69"84"-109"16,0 6 29-16,0 0-3 16,0 0-54-16,0 3 3 15,0 0-1-15,6 0-4 16,-6 0-2-16,0 0-8 15,0 0-4-15,0 0-1 16,0 0-1-16,0 0-4 16,0 0 3-16,10 15-4 15,-10 6-28-15,8-3-17 16,-3 0-50-16,1 0 0 16,-6 0-74-16</inkml:trace>
  <inkml:trace contextRef="#ctx0" brushRef="#br0" timeOffset="18215.4">10030 20132 154 0,'0'0'161'0,"0"0"-47"16,0 0-21-16,0 0-23 15,0 0 7 1,0 0-51-16,10 83 20 0,-10-64-26 16,0 5-6-16,0 0-13 15,0 0 2-15,0 9-3 16,0 6-16-16,0 3-52 15,-5 4-57-15,0-2-89 16</inkml:trace>
  <inkml:trace contextRef="#ctx0" brushRef="#br0" timeOffset="18389.62">10056 20790 208 0,'0'0'286'0,"0"0"-236"0,0 0 21 0,0 0-16 0,0 0-31 15,0 0-14-15,0 48-2 16,0-30-5 0,0 1 1-16,0 4-4 15,0 4-9-15,-10 6-56 0,-6 4-14 16,2 1-29-16,9 2-16 16,0-7-63-16</inkml:trace>
  <inkml:trace contextRef="#ctx0" brushRef="#br0" timeOffset="18566.25">10006 21238 208 0,'0'0'147'0,"0"0"-53"16,0 0-1-16,0 0-12 0,0 0-5 16,0 0-34-16,34 108-11 15,-34-93-12-15,0 4-8 16,0 2-2-16,0 3-6 16,0 3 0-16,-24 6-3 15,-10 6-28-15,5 3-43 16,-3 0-86-16,3 3-297 15</inkml:trace>
  <inkml:trace contextRef="#ctx0" brushRef="#br0" timeOffset="18702.38">9987 21981 622 0,'0'0'60'0,"0"0"-15"15,0 0 5 1,0 0-26-16,0 0-17 0,0 154-7 15,0-133-50-15,0-9-146 16</inkml:trace>
  <inkml:trace contextRef="#ctx0" brushRef="#br0" timeOffset="19802.84">23984 22484 817 0,'0'0'69'0,"0"0"-63"0,-268 174 20 16,199-99 10-16,13 6-16 0,8-2-14 0,3-7-2 0,5-3-4 15,0-15-16 1,-5-9-43-16,5-9-78 0,1-18-50 16,4-18-345-16</inkml:trace>
  <inkml:trace contextRef="#ctx0" brushRef="#br0" timeOffset="20027.27">23241 22631 753 0,'0'0'104'0,"0"0"-69"15,0 0 10-15,0 0-8 16,0 0-30-16,0 0 14 0,286 96 5 15,-172-39-13-15,14 6-3 16,-9 4-4-16,-5-1-6 16,-10 0 2-16,-19-6-4 15,-6-6-50 1,-15-6-76-16,-24-23-157 0</inkml:trace>
  <inkml:trace contextRef="#ctx0" brushRef="#br0" timeOffset="21399.24">3571 6614 625 0,'0'0'148'0,"0"0"-58"0,0 0 17 0,0 0-39 0,0 0-54 0,0 0-14 16,0-3-6-16,0 54 6 0,-34 18 8 16,-1 13 0-1,-18 1 2-15,3 11-9 0,0-1 7 16,-9 4-6-1,3-7-2-15,-2-3 0 0,13-6 0 16,-3-6 0-16,8-11-65 16,6-19-18-16,7-12-44 15,-2-24-8-15,0-9-151 16</inkml:trace>
  <inkml:trace contextRef="#ctx0" brushRef="#br0" timeOffset="21605.46">2592 6854 548 0,'0'0'137'0,"0"0"-129"15,0 0-4-15,0 0 14 16,0 0 17-16,0 0-17 15,234 136-8-15,-160-94-9 16,19-3 1-16,5 0-2 16,-2-15-146-16</inkml:trace>
  <inkml:trace contextRef="#ctx0" brushRef="#br0" timeOffset="24689.29">10096 22137 216 0,'0'0'0'0,"0"0"-25"0,0 0-74 0</inkml:trace>
  <inkml:trace contextRef="#ctx0" brushRef="#br0" timeOffset="25379.62">9263 23310 639 0,'0'0'84'0,"0"0"-6"16,0 0 3-16,0 0-22 16,0 0-13-1,-40-156-17-15,56 129-19 0,34 0-8 16,9 3-1-16,-1 9-2 15,-7 6 2-15,-12 9-2 16,-4 0 1-16,-11 15-20 16,-14 21 10-16,1 15 10 15,-11 3 3-15,0 0-1 16,0 4-1-16,-35-10-1 16,6 0 1-16,-3-15 0 15,9-12 2-15,12-9-3 16,3-6 4-16,8-6-3 0,0 0 4 15,0-6-3-15,0-33-2 16,0-6-31-16,29-3 20 16,0 0 11-16,6-4 0 15,-6 10-8-15,0 0 8 16,-2 9-1-16,-9 12 1 16,-7 12-1-16,-11 6-1 15,0 3-1-15,0 0-10 16,0 6 12-16,0 24 1 15,0 9-1-15,0 7 1 16,-5-5 3-16,-14-1-2 16,14-7-1-16,5-6 0 15,0-9-2-15,0-3-67 0,24-9-80 16,21-6-126-16</inkml:trace>
  <inkml:trace contextRef="#ctx0" brushRef="#br0" timeOffset="25571.43">10210 23196 670 0,'0'0'99'0,"0"0"-95"0,0 0 10 0,0 0 19 0,0 205-3 0,0-139-18 16,0 3-9-16,0-3 0 0,0-3 0 0,13-5-3 0,9-10-74 15,1-21-126-15</inkml:trace>
  <inkml:trace contextRef="#ctx0" brushRef="#br0" timeOffset="27094.12">16984 10740 521 0,'0'0'104'0,"0"0"-97"0,0 0-5 0,0 0-2 0,0 0-11 0,0 0-5 0,29 79-32 0,-13-58-37 15,13-3-104-15</inkml:trace>
  <inkml:trace contextRef="#ctx0" brushRef="#br0" timeOffset="27222.24">17371 11433 238 0,'0'0'117'0,"0"0"-91"0,0 0-15 16,0 183-5-16,0-117-6 0,0 7-29 16,0 8-260-1</inkml:trace>
  <inkml:trace contextRef="#ctx0" brushRef="#br0" timeOffset="27408.4">17562 12675 392 0,'0'0'70'0,"0"0"-4"16,0 0-12-16,-69 184-9 16,56-136-24-16,8 6-7 15,0 6-10-15,-1 15-4 16,6 12-7-16,0 12-71 16,0 1-43-16,0-1-81 15</inkml:trace>
  <inkml:trace contextRef="#ctx0" brushRef="#br0" timeOffset="27561.86">17509 13962 231 0,'0'0'113'0,"0"0"-22"0,0 193-15 16,0-136-29-16,0 0-22 15,-10-3 0-15,-1-5-8 16,-2-1-15-16,8 0-2 16,-1 0-4-16,6 3-63 15,0 3-55-15,0 3-271 16</inkml:trace>
  <inkml:trace contextRef="#ctx0" brushRef="#br0" timeOffset="27693.01">17533 15225 384 0,'0'0'109'0,"0"0"-61"0,0 0-19 16,-40 154 0-16,22-112-21 15,2 3-7-15,3 3-1 16,-3 10-34-16,5 2-74 15,-2 3-170-15</inkml:trace>
  <inkml:trace contextRef="#ctx0" brushRef="#br0" timeOffset="27852.8">17401 16263 415 0,'0'0'109'15,"0"0"-57"1,0 0 7-16,0 0-13 0,-114 175-30 15,108-142-9-15,-4 0-5 0,-4 6-2 16,9 3-16 0,0 3-84-16,5 7-12 0,0-2-100 15</inkml:trace>
  <inkml:trace contextRef="#ctx0" brushRef="#br0" timeOffset="28055.9">17247 17085 296 0,'0'0'112'0,"0"0"7"0,0 0-57 0,0 168-3 15,0-132-4 1,0 6-26-16,0-3-12 0,0 0-12 31,0 4-1-31,0-7-4 0,-6 5 0 0,6-1-50 16,-5 8-38-16,5 6 9 16,-5 0-59-1,5 3-172-15</inkml:trace>
  <inkml:trace contextRef="#ctx0" brushRef="#br0" timeOffset="28345.25">17231 18020 250 0,'0'0'137'0,"0"0"-21"0,0 0-50 16,0 0-6-16,0 186-18 15,0-147-12-15,0-3-17 16,0 3-9-16,0-2-3 16,0 2-1-16,5 0-8 0,0 3-86 15,6 0 5-15,0 4-172 16</inkml:trace>
  <inkml:trace contextRef="#ctx0" brushRef="#br0" timeOffset="28355.77">17379 18916 463 0,'0'0'103'0,"0"0"-55"16,0 0 4-16,0 0-29 15,11 168-17-15,5-122-6 16,-3 2 0-16,-2 0-53 15,-11 3-75-15,0 0-306 0</inkml:trace>
  <inkml:trace contextRef="#ctx0" brushRef="#br0" timeOffset="28502.3">17459 19948 569 0,'0'0'66'0,"0"0"-45"15,0 0-5-15,0 0-2 16,0 0-14-16,-69 178 0 16,69-149-44-16,0 2-39 15,0 2-118-15</inkml:trace>
  <inkml:trace contextRef="#ctx0" brushRef="#br0" timeOffset="28654.77">17430 20745 549 0,'0'0'94'0,"0"0"-60"15,0 0-10-15,0 0-1 16,-11 172-15-16,11-143-8 0,0-2-21 16,0 4-83-16,0-10-99 15</inkml:trace>
  <inkml:trace contextRef="#ctx0" brushRef="#br0" timeOffset="28821.36">17316 21587 575 0,'0'0'63'0,"0"0"-43"0,0 0-11 15,0 0-2-15,0 0-7 16,-24 181-73-16,24-160-2 15,0 3-168-15</inkml:trace>
  <inkml:trace contextRef="#ctx0" brushRef="#br0" timeOffset="28992.6">17332 22185 494 0,'0'0'52'0,"0"0"-39"0,0 0-9 0,0 0-4 16,0 0-18-1,-6 163-99-15,-4-133-213 0</inkml:trace>
  <inkml:trace contextRef="#ctx0" brushRef="#br0" timeOffset="30275.76">16435 23738 869 0,'0'0'103'0,"0"0"-50"0,0 0 7 0,0 0-26 0,0 0-32 0,0 0 4 15,148-75-6-15,-68 75 0 16,0 0-2-16,-11 35-6 16,-6 19 6-16,-23 25 2 15,-29 8 0-15,-11 6 14 16,0 1 0-16,-16-7 5 16,-29-18-11-16,-3-15 5 15,13-21-6-15,9-15 2 0,13-11-8 16,2-7 5-16,6-19 5 15,-1-29-11-15,6-18-17 16,0-9 0-16,0-4 1 16,27 11-9-1,15-5 18-15,-2 1-1 0,0 9-5 16,0 5 3-16,0 11 7 16,-6 19 2-16,-18 14 1 15,-11 14 0-15,-5 0-1 16,0 0-11-16,0 39 12 15,0 18 9-15,0 9 8 16,0 12-5-16,0-3 6 16,0-2-5-16,0-10-9 0,24-6-4 15,0-9 3-15,-3-9-6 16,14-12-37-16,-6-18-107 16,11-9-95-16,0 0-489 15</inkml:trace>
  <inkml:trace contextRef="#ctx0" brushRef="#br0" timeOffset="30632.85">17509 24117 780 0,'0'0'74'0,"0"0"-31"0,0 0 2 0,0 0-16 0,0 0-9 0,0 0-16 0,282 54 4 0,-266 0 18 0,-16 9 10 0,0 9-17 15,0-5 11-15,-46-7-12 16,1 0-2-16,6-21-7 16,9-3 1-16,7-18-3 15,17-9-1-15,1-3-2 16,5-6 5-16,0 0 6 16,0 0-2-16,0 0 0 15,45 0-3-15,19-15-1 16,15-9-7-16,25-6 0 15,5 0-2-15,5 0-2 16,-6 3-34-16,-23 9-22 16,-21 3-42-16,-24-3-42 0,-22 5-55 15,-18-2-220-15</inkml:trace>
  <inkml:trace contextRef="#ctx0" brushRef="#br0" timeOffset="31614.94">9764 19903 865 0,'0'0'104'0,"0"0"-40"0,0 0 16 0,0 0-32 0,0 0-38 0,0 0-7 15,-10-55-3-15,10 55-22 0,0 0-61 16,-6 0-48-16,-12 12-40 16,-9 13-62-16</inkml:trace>
  <inkml:trace contextRef="#ctx0" brushRef="#br0" timeOffset="31779.01">9181 20020 678 0,'0'0'58'0,"0"0"-34"0,-290 4 19 16,192-2-28-16,-5 4-13 15,-1-3-2 1,-5 3-39-16,6 0-31 0,-3-2-61 16,2-2-109-16</inkml:trace>
  <inkml:trace contextRef="#ctx0" brushRef="#br0" timeOffset="31950.28">7238 20171 627 0,'0'0'114'0,"0"0"-47"16,-292-33 9-16,205 21-21 16,18 5-15-16,8 7-24 15,8 0-16-15,2 0-2 0,6 9-43 16,-8 18-41-16,-2 4-55 15,-4-10-125 1</inkml:trace>
  <inkml:trace contextRef="#ctx0" brushRef="#br0" timeOffset="32099.81">5612 20134 636 0,'0'0'20'0,"0"0"-20"16,0 0-14-16,0 0-51 16,0 0-180-16</inkml:trace>
  <inkml:trace contextRef="#ctx0" brushRef="#br0" timeOffset="32297.17">4943 20074 681 0,'0'0'71'0,"0"0"-61"15,0 0-4-15,0 0-3 0,0 0-3 16,0 0-15-16,-263 27-67 16,224-15-79-16,-1-9-293 0</inkml:trace>
  <inkml:trace contextRef="#ctx0" brushRef="#br0" timeOffset="32448.49">4251 20086 574 0,'0'0'37'0,"0"0"-31"0,0 0-2 15,0 0-2-15,0 0-2 16,0 0-24-16,-268-8-21 15,204 8-48-15,-5 0-17 16,0 0-192-16</inkml:trace>
  <inkml:trace contextRef="#ctx0" brushRef="#br0" timeOffset="33391.22">2192 19599 470 0,'0'0'420'0,"0"0"-398"0,0 0-15 0,0 0 25 0,-125 193-2 0,125-131-6 0,29-1-12 0,37-16-7 0,3-12 3 0,11-15-7 0,2-15 8 16,-15-3-7-16,2-21 10 15,0-33-4-15,-24-15-2 0,-16-12-6 16,-16-4-1-1,-13 10-14-15,0 9 7 16,-8 12 3-16,-32 21 1 0,6 12 4 16,7 11 3-16,9 10 5 15,2 0-4-15,-3 19-1 16,9 29-2-16,10 18 4 16,0 21 0-16,0 15 6 15,45 12-1-15,29 7 2 16,0-4-3-16,1-8 4 15,-17-4-12-15,-23-5 7 16,-20-7-5-16,-15-9-1 16,0-16-2-16,-5-10 3 0,-45-22-1 15,-14-18 6-15,-29-12-2 16,-16-6 2 0,1 0 2-16,2-30-6 15,23-6 10-15,22-6 1 0,27-6-5 16,28-3-10-16,6-3-1 15,6 2 1-15,63-2-6 16,26 0-1-16,19 3-23 16,8 6 1-16,-26 12-18 15,-9 12-8-15,-25 15-36 16,-9 6-38-16,-8 0-24 16,-11 9-84-16</inkml:trace>
  <inkml:trace contextRef="#ctx0" brushRef="#br0" timeOffset="33578.32">3142 20369 595 0,'0'0'61'0,"0"0"25"0,0 0 17 0,0 0-35 0,58 153-25 0,-32-86-1 0,-2 8-16 0,11 3-15 0,-6-3-6 0,-2-6-3 15,2-5-2-15,-5-10-46 16,-8-15-84-16,-11-18-148 15</inkml:trace>
  <inkml:trace contextRef="#ctx0" brushRef="#br0" timeOffset="34974.47">4572 9926 644 0,'0'0'142'0,"0"0"-94"0,0 0 21 0,0 0-13 0,0 0-43 0,0 0-13 15,0-12-16-15,34 12-39 0,22 0 9 16,26 6-24 0,14 2-46-16,18 2-78 15</inkml:trace>
  <inkml:trace contextRef="#ctx0" brushRef="#br0" timeOffset="35124.19">5997 9992 503 0,'0'0'96'15,"0"0"-23"-15,0 0 1 16,0 0-7-16,326-36-43 0,-241 27-18 16,18 3-6-1,11 0-4-15,16-1-73 16,27-1-81-16,-8-4-242 0</inkml:trace>
  <inkml:trace contextRef="#ctx0" brushRef="#br0" timeOffset="35270.32">8284 9872 356 0,'0'0'234'15,"0"0"-223"-15,0 0-10 16,0 0-1-16,390-12-16 16,-260 8-199-16</inkml:trace>
  <inkml:trace contextRef="#ctx0" brushRef="#br0" timeOffset="35426.35">10526 9796 558 0,'0'0'8'15,"0"0"-8"-15,0 0-24 0,316-15-104 16</inkml:trace>
  <inkml:trace contextRef="#ctx0" brushRef="#br0" timeOffset="35764.01">14371 9691 536 0,'0'0'59'0,"0"0"-52"0,0 0-1 16,0 0-6-16,331 9-22 15,-235-9-230-15</inkml:trace>
  <inkml:trace contextRef="#ctx0" brushRef="#br0" timeOffset="35894.62">15644 9791 286 0,'0'0'338'0,"0"0"-321"15,0 0-5-15,0 0 13 0,0 0-25 16,0 0-29-16,350-16-167 16</inkml:trace>
  <inkml:trace contextRef="#ctx0" brushRef="#br0" timeOffset="36168.69">16806 9760 430 0,'0'0'167'0,"0"0"-129"16,0 0 15-16,0 0 0 16,0 0-34-16,0 0-14 15,366 3-5-15,-286-3-17 0,0-5-49 31,-6-5-46-31,-5 7-17 0,-16 0 27 0,-8 0 93 16,-21 3 9-16,-8 0 70 16,-5 0 49-16,-6 0-41 15,-5 0-1-15,0 0-41 16,0 0-24-16,0 0-12 16,0 0-10-16,-16 0-109 15,-53 0-204-15</inkml:trace>
  <inkml:trace contextRef="#ctx0" brushRef="#br0" timeOffset="37413.94">3349 9594 31 0,'0'0'26'0,"0"0"65"0,0 0-61 0,0 0 0 0,0 0 9 0,0 0 12 0,-173-56 35 0,162 37 13 0,-2 1-31 16,13-5 2-16,0-4 10 16,0 0-33-16,0 0 3 15,-5 6 32-15,0 5-49 16,5 10 6-16,-6 6 16 15,1 0-35-15,0 0-20 16,-14 9-6-16,8 33 6 16,-12 10 0-16,17 8 4 15,6 0-4-15,0 0 3 0,0-9 0 16,0-6-3 0,24-9 0-16,21-14 0 15,0-11-4-15,8-11 6 0,-2 0-7 16,5-15-10-16,2-21 9 15,-13-12-12-15,-5-6 8 16,-22-1-7 0,-7 5 9-16,-11 7 8 0,0 10 0 15,0 12 1-15,0 10 1 16,0 7 13-16,0 4-15 16,0 0-8-16,0 15 4 0,0 22 4 15,-5 13 2 1,-1 10 0-16,6 13-2 0,0 14 4 15,0 12 0-15,35 10-2 16,5 8 2-16,-6-6 3 16,1-5-6-16,-19-10-1 15,-11-12 0-15,-5-11 5 16,0-13-5-16,0-18-2 16,-21-9 2-16,-27-12 0 15,-8-13 4-15,-7-8 2 16,-17 0 16-16,-5-23-2 15,5-23-4-15,3-16-13 16,22-8 3-16,15-8-6 0,16-3-11 16,24-1 7-1,0 5-25-15,35 1-18 0,34 1 7 16,15 8-8 0,20 11-29-16,-6 10-4 0,-8 17 6 15,-21 17-33-15,-24 12-134 16</inkml:trace>
  <inkml:trace contextRef="#ctx0" brushRef="#br0" timeOffset="37795.4">3839 10380 589 0,'0'0'89'0,"0"0"-52"0,0 0 13 0,0 0 1 0,0 0-29 0,0 0-9 0,178-159-2 0,-157 153 4 16,-2 6 2-16,5 0-4 15,-3 14-13-15,3 26 1 16,-8 5 6-16,-16 12-3 16,0 0 14-16,0-3-6 15,0-3-3-15,-21-8 1 16,2-16 0-16,8-13-4 15,6-11 1-15,5-3 5 16,0 0 1-16,0 0 24 16,0 0-7-16,0 0 1 0,51-27-8 15,23-6-3-15,11-6-20 16,8-3-26-16,-8 3-50 16,2 3-38-16,-21 6-19 15,-18 9-147-15</inkml:trace>
  <inkml:trace contextRef="#ctx0" brushRef="#br0" timeOffset="40429.03">10383 25055 837 0,'0'0'44'0,"0"0"-29"0,0 0-6 0,0 0 25 15,0 0-19-15,0 0-9 0,0 0-2 0,376-33 0 16,-238 9-3-16,11 9 1 15,5-6-1-15,2-6 0 16,4 9 4-16,12-3-3 16,-2 0-2-16,2-4 0 15,6 4-3-15,-6 1 3 16,-2-1 0-16,-3 2 2 16,-2-2-2-16,2 0 0 15,3-3 0-15,-3 9 1 0,-2-6-1 16,-17 0 0-16,3 9 0 15,-10-9 1 1,-3 3-1-16,0-3 0 0,-8 0 2 16,3-6-2-16,5-4 6 15,-8 2-3-15,8-2 7 16,-11 4-5-16,-8 6 7 16,1 0-7-16,-6 0-2 15,-11 3 0-15,-4 3-1 0,-4 3 0 16,-2-3 3-1,2 3-4-15,-2-3 1 0,6 9 3 16,-9 0-4-16,8-6 3 16,-3 3-3-16,-2 3 4 15,-8 0-3-15,-5 0-2 16,-11 3 0-16,-11 0-2 16,-7 0 2-1,2-3 0-15,-14 0 0 0,1 6 1 16,-11-6-1-16,-7 6 2 15,-17-6-1-15,0 6-1 16,-5-3 0-16,0 3 0 16,0 0 0-16,0 0-1 15,0-3 1-15,-10 0 1 16,-30-3-1-16,-11 0-19 16,-2-9 10-16,3 3-12 0,-3-3 11 15,8 3 10-15,5-3-1 16,-5-3-3-1,5 3 4-15,-13-4 0 0,-3-8 3 16,3 13-3-16,3-7 1 16,15 8 3-16,11 1 10 15,3 12 7-15,16-9 3 16,0 9 1-16,5-3 1 16,0 3-13-16,0 0-13 15,5 0 0-15,40 0 0 16,24 0 1-16,11 0 1 0,5 0 0 15,-11 18 0-15,-5-3-2 16,-24 3 0-16,-3 3-1 16,-26-6-2-16,-10 4-2 15,-6 1-3-15,-16 7-2 16,-48 4-2-16,-34 5-30 16,-11 3-42-16,-21-3-68 15,-19 0-167-15</inkml:trace>
  <inkml:trace contextRef="#ctx0" brushRef="#br0" timeOffset="41247.14">10773 24794 602 0,'0'0'55'0,"0"0"-9"0,0 0 44 0,0 0-12 0,0 0-51 0,0 0-26 0,0 21 10 0,-24 14 12 0,-5 5 6 16,-6-1-4-16,1-6 4 15,2-6 3-15,-3 0-8 16,1-6-8 0,5-3-3-16,10-9-8 0,3-3 1 15,16 0-1-15,0-6-5 16,0 0 0-16,0 0 0 15,29 0 3-15,27 0 3 16,18 0-6-16,6 0-23 16,13 0-19-16,-3 0-55 0,3 0-14 15,-8 12-61 1,-16 18-273-16</inkml:trace>
  <inkml:trace contextRef="#ctx0" brushRef="#br0" timeOffset="42316.19">11675 25600 762 0,'0'0'41'0,"0"0"-26"0,0 0 37 0,0 0-41 0,0 0-10 0,0 0 41 15,103 213-15-15,-39-120 11 16,0 16 14-16,2 5-7 16,3 0 0-16,0 6-16 15,0 1 8-15,0-1-9 16,-5-12-5-16,-3 4-6 15,2-19-7-15,-23-12-1 0,0-21-8 16,-16-18 1 0,-14-15 1-16,-4-21-1 0,-6-6-2 15,0 0 6-15,0 0-6 16,0-14-6-16,-11-10-36 16,-18-13 12-16,8 4-29 15,2-12-44-15,8 3-34 16,1-3-46-16,10-9-170 15</inkml:trace>
  <inkml:trace contextRef="#ctx0" brushRef="#br0" timeOffset="42961.37">12569 26156 748 0,'0'0'66'0,"0"0"-45"0,0 0 14 0,0 0-27 0,0 0-7 0,0 0 1 0,109-54 1 16,-83 66-3-16,-2 21 0 15,-13 21 9-15,2 0 35 16,-13 6-10-16,0 1 15 15,0-7-9-15,0-6-1 16,0-15-17-16,0-15 5 16,0-3-17-16,0-15-6 15,0 0 3-15,0 0 8 16,5-33-4-16,30-15-11 16,-9-6-19-16,9 0-11 0,-1-4 2 15,1 10-1-15,-6 6 11 16,-5 3 9-16,-3 18 9 15,-8 3 0-15,-7 18 2 16,-6 0-4-16,0 0-1 16,0 6-4-16,0 27 7 15,0 9 19-15,0 9 5 16,0-3-3-16,10 0-2 16,1-8-11-16,7-1-1 15,-2-6-5-15,8-12 2 16,5-6-4-16,1-3-17 15,1-12-54-15,17 0-55 0,3-6-53 16,-6-15-158 0</inkml:trace>
  <inkml:trace contextRef="#ctx0" brushRef="#br0" timeOffset="43184.27">13466 26330 653 0,'0'0'99'0,"0"0"-68"0,0 0 31 0,0 0 18 0,0 0-47 0,0 0 4 0,34 181 13 0,-18-121-10 0,8 0-9 0,0 6-18 15,-3-5-6-15,3-1-6 16,-8-6 0-16,2-9-2 0,-7-12-9 16,2-12-50-1,-2-21-41-15,-6 0-72 0,1-6-7 16,-1-27-413-16</inkml:trace>
  <inkml:trace contextRef="#ctx0" brushRef="#br0" timeOffset="43984.99">13259 26610 358 0,'0'0'228'0,"0"0"-150"0,0 0 8 0,0 0 9 0,0 0-35 0,0 0-37 0,0 0 1 16,-56-99-4-16,56 78-14 15,35 0-1-15,4 3-3 16,6 3-4-16,9 3 3 16,-9 6-1-16,0 6 0 15,0 0 0-15,3 12-3 0,-3 27 3 16,-11 15 23-1,-5 6 8-15,-18 9 1 16,-11 10-1-16,0-4 2 16,0 9-12-16,-24-15-3 0,-10-15-3 15,-1-9-6 1,1-24-7-16,-1-8 2 0,9-13 5 16,2 0-3-16,8 0 1 15,8-27 0 1,8-19-5-16,0-8-2 15,0 0-14-15,8 3 7 0,37 3-12 16,0 8 4-16,0 13 8 16,3 6-8-16,-8 15 13 15,-6 6 1-15,1 0-3 0,-1 13 2 16,11 28 2-16,-5 11 1 16,5 2 7-1,0 16-1-15,-5-5 0 16,3-5-2-16,-12-6-2 0,-1-8-1 15,-7-19-2-15,-12-12-4 16,0-9-43 0,2-6-54-16,-2 0 4 0,-1-27-68 15,-2-21-130-15</inkml:trace>
  <inkml:trace contextRef="#ctx0" brushRef="#br0" timeOffset="44309.24">14164 26123 834 0,'0'0'129'0,"0"0"-115"0,0 0 11 0,0 0-23 0,0 0-2 0,350-135-20 0,-220 101-53 0,-11-5-54 15,-21 12-51-15,-29 6-292 16</inkml:trace>
  <inkml:trace contextRef="#ctx0" brushRef="#br0" timeOffset="45054.33">15113 25900 391 0,'0'0'348'16,"0"0"-290"-16,0 0 9 0,0 0-18 16,0 0-40-1,0 0-6-15,109-114-3 16,-74 108 2-16,-1 6-2 0,-5 0 0 16,-13 6-1-16,0 27 1 15,-2 9 16-15,-14 10 15 16,0 2 2-16,0-6-9 15,0-3-1-15,0-18-11 16,0-6-3-16,0-15-2 16,0-6-2-16,0 0 5 0,0 0 1 15,0-33-11-15,15-15-12 16,20-4-8-16,-1-2-1 16,-4 6-15-1,-1 3 26-15,-8 6 5 0,-2 9 4 16,-9 6 1-16,1 9 5 15,-11 9-3-15,0 6 30 16,0 0-8-16,0 0-19 16,0 15 5-16,0 18 0 15,0 12 13-15,0-3-2 16,0 3-7-16,0 3-8 16,0-8-3-16,8-1 1 15,24-12-3-15,10-6-1 16,-2-9-34-16,5-12-20 15,0 0-33-15,8-6-22 0,-13-21-61 16,-14 0 4-16,-12 9 69 16,-9 3 97-1,-5 2 28-15,0 5 75 0,0 2-7 16,0 6 3-16,0 0-10 16,0 0-37-16,0 0-34 15,0 14-5-15,0 26 28 16,0 8-3-16,0-3-13 15,5 15 1-15,6 0-9 16,8 3-7-16,-4 3-4 16,4-5-3-16,-3-7 0 15,-3-9-2-15,-2-3-1 0,-1-18-7 16,1-3-44 0,-3-9-52-16,3-12-51 0,-6 0-67 15,0-6-253-15</inkml:trace>
  <inkml:trace contextRef="#ctx0" brushRef="#br0" timeOffset="45779.91">15994 25070 653 0,'0'0'81'0,"0"0"-35"0,0 0 22 0,0 0 8 0,0 0-58 0,0 0-12 0,0 0-5 0,125 66 24 0,-72 43 26 15,16 17-32-15,-3 15 5 16,3 1-1-16,6-1 0 15,-22-2 2-15,-3-10-11 16,-5-18 2-16,-10-15-4 16,5-17-7-16,-11-25-3 0,-11-21 0 15,-7-12-2 1,-6-21-12-16,-5 0-65 16,0-21-20-16,0-33-171 0,0-13-407 15</inkml:trace>
  <inkml:trace contextRef="#ctx0" brushRef="#br0" timeOffset="48882.31">2998 11510 131 0,'0'0'298'0,"0"0"-248"0,-5 208-21 0,5-117 4 0,29 5 9 16,11 3-14-16,5 13 2 0,5 2 2 16,-2 15-6-16,-3 12-7 15,0 10 7-15,-5 3 6 16,-5-2-15-16,-1 5-1 16,-5 5 10-16,-5-2 0 15,-2 0-5-15,-4-10-5 16,3-6 1-16,-2-2-3 15,-8-1 2-15,-1 6-1 16,3 1 2-16,-2 8-8 16,0 18-4-16,-6 4-3 15,8 9 15-15,-7-1 2 16,-1-11-11-16,-5-7-4 0,5-12 0 16,-5-9 3-1,0-11-4-15,0-10 7 16,0-12-1-16,0-8 0 0,0-7-2 15,0-5 6-15,0-5-4 16,0-1-4 0,0-1 1-16,0 3 2 0,0 0-3 15,0-2 2-15,0 2-3 16,-5 0-2-16,0-3 7 16,-1-2-6-1,1 2 3-15,-3-3 5 0,3-2-5 0,5-5-2 16,0 2 3-16,0-1 2 15,0 0-4-15,0 3-1 16,0-2-3 0,0-7 4-16,13 3-3 0,-13-6 1 15,0-3-2-15,0-2-1 16,0-10 2-16,0-9-2 16,0-9 0-16,0-6 2 15,0-3-2-15,0 0 0 16,0 1 5-16,0 1-4 15,0-2-1-15,0 4-1 16,0-8 1-16,0 2 0 16,0-8 4-16,5-5-7 15,-5-6 3-15,0-2 0 0,0-4 0 16,0 0-10 0,0-10-3-16,0-23-36 0,0-11-13 15,0-5 11-15,-18 4-27 16,7 3 5-16,-5 12 13 15,3 6 15-15,2 3-15 16,6 6-15-16,-8-3-1 16,2 3 28-1,0 0 2-15,6 5 46 0,0 4 42 16,5 4 19-16,-8-1 16 16,8 3-6-16,0 0-15 15,0 0-7-15,0 0 0 16,0 0-16-16,0 0-8 0,0 15 36 15,24 2-30 1,-8 5-7-16,13-1-7 16,-5-4-9-16,-3-4-2 0,8-7 0 15,0-3 0-15,0-3-1 16,6 0-4-16,5-12-1 16,0-27-6-1,5-15-44-15,13-13-64 0,-8-11-47 16,-15-15-163-16</inkml:trace>
  <inkml:trace contextRef="#ctx0" brushRef="#br0" timeOffset="49890.4">2759 12058 597 0,'0'0'74'0,"0"0"-15"0,0 0 30 0,0 0-25 0,0 0-30 0,0 0-12 0,0 4 21 15,0-4 0-15,0-7-10 16,0-17-13-16,0-15-18 0,16 0 1 16,8-6-1-16,-2 0 1 15,1-1-1 1,-7 7-1-16,13 3-1 0,-5 9 4 16,-8 3-4-16,3 9-2 15,-9 9 2-15,-10 3 8 16,0 3-6-16,6 0-2 15,4 0-7-15,20 6-6 16,9 24 13-16,14 3-1 16,3 13 1-16,-8-1 0 0,2 3 0 15,1 0 0-15,-3 0-72 16,7-12-54 0,4-8-92-16,-14-17-442 15</inkml:trace>
  <inkml:trace contextRef="#ctx0" brushRef="#br0" timeOffset="51145.12">167 14660 767 0,'0'0'64'0,"0"0"-64"0,0 0 6 0,0 0 29 0,80 177-10 0,-35-107-14 0,13-4-3 16,1-12 2-16,-4-15-6 15,4-12 1-15,-14-15-4 16,-5-8 4-16,-6-4-5 16,1-7 10-16,-1-32 5 15,-13-15-12-15,3-6-3 16,-18-4-10-16,-6 8 4 16,0 8 3-16,0 11 3 0,0 16 1 15,0 9 4 1,0 12 10-16,-6 0-1 15,-4 0-14-15,-9 33 0 16,-8 25 1-16,4 19 5 16,4 5 15-16,8 8-7 0,11 3 9 15,0-3-6-15,0 7-2 16,0-1-3 0,0-3-4-16,11-6 3 0,-3-6-11 15,-8-14 6-15,0-19-4 16,0-12-1-16,-13-12 2 15,-27-12 1-15,-5-6 4 16,-14-6 3-16,-7 0-4 16,2-12 1-16,11-12-4 15,8-6 0-15,11 0 0 16,18 0-2-16,11-3-2 16,5-3-4-16,0 3-13 0,15 0-22 15,36 6 4 1,7 2 8-16,11 4 2 0,6 6-8 15,-6 3 16-15,-1 12 8 16,-6 0-9-16,-9 0-20 16,-8 27-31-16,-11 10-4 15,-10-1-47-15,-3-1-124 16</inkml:trace>
  <inkml:trace contextRef="#ctx0" brushRef="#br0" timeOffset="51558.23">1008 15758 681 0,'0'0'66'0,"0"0"-41"0,0 0 20 0,0 0-29 0,0 0-12 0,0 0-4 0,144-60 2 15,-115 63-2-15,-3 27 0 16,-12 12 14-16,-9 10 22 15,-5 4-10-15,0 2-6 16,0-4-13-16,-11-12 1 16,-18-7 2-16,5-14-10 0,3-8 3 15,2-13-2 1,3 0 2-16,-7 0 3 0,4-7-6 16,8-13 0-16,6-1-7 15,5 2 3 1,0 4 2-16,0 3-1 0,0 4 2 15,29 5 1-15,11 3-7 16,5 0 7-16,0 0 0 16,14 23-1-16,-9 14 0 15,8 5 1-15,6 6 1 16,-13-3 0-16,-6-3 1 16,-11-9-2-16,-15-8 0 15,-9-10-46-15,6-13-64 16,-8-2-65-16,-3-2-174 0</inkml:trace>
  <inkml:trace contextRef="#ctx0" brushRef="#br0" timeOffset="51947.07">1295 15370 806 0,'0'0'93'0,"0"0"-79"0,0 0 15 0,0 0-25 0,0 0 6 0,0 0-10 0,284-36-11 15,-186 21-35-15,-18 0-55 0,-17 3-31 16,-12-1-119-1</inkml:trace>
  <inkml:trace contextRef="#ctx0" brushRef="#br0" timeOffset="52535.03">2078 14943 616 0,'0'0'195'16,"0"0"-163"-16,0 0 22 0,0 0-12 15,0 0-22-15,0 0-5 16,-40 168-5-16,45-122-3 0,30-7-3 16,-1-12-1-16,6-6 0 15,0-15-1-15,-1-6-2 16,1 0-19-1,8-25 10-15,-13-14-17 0,-4-11-12 16,-7-8 8-16,-18 4 9 16,-1 0-3-16,-5 12 24 15,0 18 4-15,0 5 26 16,0 17 11-16,0-2-10 16,0 4-5-16,0 0-19 15,0 39-5-15,0 16-2 16,0 14 9-16,0 9-2 0,8 6 8 15,37 6-2-15,5 4 0 16,9-1-8-16,-9 0 2 16,3 1-6-16,-13-4 0 15,-19-12 1-15,-15-12 1 16,-6-12-3 0,0-15 0-16,-22-12 2 0,-36-14-2 15,-3-13 4-15,-21 0 1 16,2-13 3-16,6-20-7 15,10-2 4-15,19-2 0 16,24 5-3 0,13-5 7-16,8 1-9 0,0-3-8 15,53 0-8-15,26 0-34 16,25 3-21-16,5 3-31 16,5 8-27-16,-11 4-86 0,-23 7-278 15</inkml:trace>
  <inkml:trace contextRef="#ctx0" brushRef="#br0" timeOffset="52721.01">3131 15518 693 0,'0'0'92'0,"0"0"-57"0,0 0 50 0,0 0-51 0,0 0-11 0,0 168-2 0,0-105-2 15,0 0-14-15,0 0 1 0,0-9-3 16,0-2-3-1,0-17-38-15,0-8-67 0,0-11-72 16,0-16-214-16</inkml:trace>
  <inkml:trace contextRef="#ctx0" brushRef="#br0" timeOffset="53012.87">2868 14829 700 0,'0'0'94'0,"0"0"-53"0,0 0 32 16,0 0-55-16,0 0-17 15,0 0 2-15,96 183 4 16,-38-84-5-16,-7 9 15 15,2 0-10 1,-8-2 2-16,-11-4-9 0,-5-9 7 16,-13-5-7-16,-10-7-4 15,-6-12-34-15,0-18-70 16,0-18-91-16</inkml:trace>
  <inkml:trace contextRef="#ctx0" brushRef="#br0" timeOffset="54221.13">202 14507 374 0,'0'0'79'0,"0"0"-27"0,0 0 23 0,0 0-17 15,0 0-27-15,0 0-7 0,0-6-2 0,0 6-11 0,0 0-7 0,0 12-3 16,0 21 15-16,10 15 17 0,9 12-12 15,-9 18 3-15,9 13 10 16,-8 11-3-16,-6 6-9 16,-5-3-8-16,0 1-1 15,0-10 0-15,0-9-12 16,0-9 3-16,0-9-1 16,0-9-2-16,0-8 2 15,0-7-3-15,0-9 0 0,0-9 2 16,0-6-2-1,0-9-26-15,0-6-26 0,0-3-25 16,11-3 8 0,7 0-62-16,-2 0-92 0</inkml:trace>
  <inkml:trace contextRef="#ctx0" brushRef="#br0" timeOffset="61281.73">10080 19729 401 0,'0'0'97'0,"0"0"-32"0,0 0-6 0,0 0-30 0,0 0-17 0,0 0-2 0,0 0 1 16,0 0 1-16,80-6 8 16,-56 6 4-16,2 0-8 15,-2 0-3-15,10 0 3 16,1 0-6-16,10 2 1 15,8 4-1-15,3-3-9 16,13 0 9-16,5 4-6 16,-5-1-1-16,5 0 0 15,-5-1 0-15,0-1 2 16,0 2-5-16,-2-4 6 0,2 4-3 16,0-2 3-16,0-2 2 15,10 5-5-15,9-5 0 16,2-2-2-16,13 0 1 15,6 0 0-15,5 0 0 16,-5 0 0 0,5 0-2-16,-10 0-1 0,5 0 1 15,-6-2 2-15,-7-1-2 16,7-1-2 0,-5 2 2-16,11-4 0 0,10 2 1 15,1-2-1-15,12 0 0 16,-2 1 0-16,3-5 1 15,10 1-1-15,1 1 0 16,-1-2 0-16,-2-2 2 0,2 1-2 16,-10-2-2-1,-9 1 2-15,-10 0 2 16,3 0 0-16,-8-3-2 0,0 0 0 16,-3 0-2-16,3 3 0 15,7 3 2-15,-7 0-3 16,-3 3 1-16,-2 3 0 15,-1 0 0-15,-5 3-1 16,-7 0 3-16,-4 0 0 16,-2 0-1-16,-5 0 1 15,5 0-1-15,2 0-1 16,-7 0 2-16,10 0 0 16,-2 0 0-16,-14 3 0 15,0 0-2-15,-10 3 2 0,-9-6 3 16,4 3-3-16,-9-3-3 15,1 0 3-15,-4 0 0 16,-1 0 0-16,-1 0 3 16,0 0-3-16,8 0 0 15,-8 0 0-15,0 0 0 16,-5 0 0-16,0 0 0 16,-6 0 1-16,-5-6-1 15,-10 6-1-15,-3 0-2 16,-6 0 3-16,4 0 0 15,-4 0 2-15,1 0-2 16,2 0-5-16,-7 0 3 0,4 0 3 16,1 0-2-1,2 0 1-15,-8 0 0 0,1 3 0 16,-6 0-2-16,5 0-9 16,-5 0 7-16,0-3-4 15,0 3 3-15,0 0 4 16,0-3 1-16,0 0 5 15,0 0-2-15,0 0 2 16,0 0 4-16,0-6-4 16,-11-9-2-16,1 0 2 15,2 0-5-15,-3 3 5 16,-5 3-2-16,3 3 6 16,2 3 1-16,1 3 1 0,-4 0-5 15,-1 0-2-15,-9 0-2 16,2 20 3-16,4 11-4 15,7 5 9 1,6 6-5-16,5-3 4 0,0 0-8 16,0-8 0-16,16-4-1 15,13-9 0-15,0-15 0 16,6-3-1-16,-6 0-5 16,3-25 5-16,-3-13-22 15,-16-11-7-15,-8 4 8 0,-5 0 3 16,0 6 10-1,0 6 9-15,-23 12 0 0,-7 9 8 16,-4 12 14-16,-1 0-7 16,-4 0-15-16,-1 33 12 15,5 6-2-15,14 0-8 16,8 3-2-16,13-6-41 16,0-12-97-16,0-9-306 15</inkml:trace>
  <inkml:trace contextRef="#ctx0" brushRef="#br0" timeOffset="63881.36">17034 10350 352 0,'0'0'87'0,"0"0"-53"0,0 0 37 0,0 0-2 0,0 0-15 0,0 0-19 16,0 0-4-16,0-13-17 0,0 13-5 16,0 0-9-16,0 13-1 15,0 20 1-15,6 9 14 16,7 3 9-16,-2 9-9 16,7 6 5-16,-7 7-15 15,-6 5 19-15,6 3-14 16,-6 0-1-16,3-3 0 15,-3 1-8-15,1-7 6 16,-1 0 0-16,6-6 4 16,2-3-3-16,-8-3-2 15,6 0 1-15,-6 0-5 16,8 4 1-16,-2-1 9 16,-6 3-2-16,6 0-4 15,2 0 4-15,-2 0-1 0,-6-2-7 16,6-4 7-16,2 0 0 15,-2 0-6 1,-1-3 1-16,3 0 3 0,-7 7 0 16,-1-2-1-16,-5 4 2 15,5 7-3-15,1-4 3 16,-6 0-1-16,0-5-4 16,8-4 2-16,-3-4-1 15,6-1-2-15,-1-1 6 16,3-2-7-16,-2 1 3 15,0 1-1-15,2 0 2 0,-2 0-2 16,-1 10-2-16,1 2 1 16,2 3-1-1,-2 3 1-15,-1 0 1 0,3 3 2 16,-2-2-3-16,-6-1 3 16,1 0 0-16,-6-3-3 15,0-3 6 1,0 0-4-16,0 0 1 15,0 4 0-15,0-7-4 0,5 6 2 16,3 0-2-16,3-3 4 16,-1 7-3-16,3-1-1 15,9-3 3-15,-4 3-3 16,-7-2 1-16,-6-1 0 16,1 0-1-16,-1 0 1 15,3-3 0-15,-8 3 1 0,0-3 0 16,0 0 5-1,0 0-6-15,0-5 6 0,0 2-4 16,0-5 1-16,0-5 1 16,0 4-3-16,0-2 5 15,0-1-6-15,0-3 3 16,0 3 0-16,0 0-3 16,0 4 1-16,0 2 1 15,0 2 1-15,0 2 2 16,-13 2 0-16,7 0-4 15,6-3 5-15,-5 0-1 16,5 4 2-16,0 1 0 0,-5 2-7 16,5 2 4-16,-11 0 0 15,3-6-1-15,-3 0-3 16,1 0 2-16,4-6-2 16,-1 0-1-1,1 1 3-15,1-4-2 0,0 0 2 16,-1-3 2-16,6 4-2 15,-5-2-1-15,-3 2 0 16,8-1-1-16,-5 0 0 16,-6 0 1-16,6 3 1 15,-6 3-2-15,-7 3-1 16,2-2 1-16,2 2-1 0,-1-3 0 16,4 0 1-16,-2-5 0 15,2-4 0-15,6 0 0 16,-9 0 2-16,4 0-2 15,-1 0 1-15,1 3-1 16,2-3-1-16,8 3 1 16,-6 1 0-16,6 2 0 15,0 0 2-15,-5 0-1 16,5 0 1-16,0 0 2 16,0-2 2-16,0-2-1 15,0-1-3-15,0-7 1 16,0-3 1-16,0-3 1 0,0 0-4 15,0 3 1 1,0 0-3-16,0 0 2 0,0 3-1 16,0 4 6-16,0-5-5 15,0-1-2-15,11-5 2 16,-3-4-1-16,-3-4 0 16,0 0 3-16,1-3-3 15,-1 3 3-15,-5 1 5 16,5 1-6-16,0 4-2 15,3 0 5-15,-2-2-1 16,-1-1-4-16,0 0 2 16,6-3-1-16,2 3 0 15,-2 0 2-15,-6 3-2 16,6 3 0-16,-3 0 4 0,2-3-2 16,-4-6-2-16,-1-2 0 15,0-4 0 1,-5-1 1-16,0 1-2 0,0-5 0 15,0-1 0-15,8-3-1 16,-8-3 0-16,0 0 0 16,0 3 0-16,0 0 0 15,0 6 0-15,0 3 0 16,5 0 1-16,1 0-1 16,-1-3 1-16,-5-3 0 15,5-6-1-15,-5-3 0 16,0-2 0-16,0-2 0 15,0-2 0-15,6 0-1 0,-6 0-4 16,0-12-16-16,0-24-14 16,0-18-15-1,0-27-23-15,0-22-66 0,-16-35-99 16,-24-27-178 0</inkml:trace>
  <inkml:trace contextRef="#ctx0" brushRef="#br0" timeOffset="71164.98">18144 19930 6 0,'0'0'189'0,"0"0"-154"0,0 0 3 0,0 0 15 0,0 0 0 0,0 0-12 15,0 0 3-15,0 0-10 16,0-24 1-16,0 24 0 16,0 0 2-16,0 0-7 0,0 0 11 15,0 0-11-15,0 0 6 16,0-3 8-16,0 3 8 16,0 0 4-16,0 0-13 15,0 0 10-15,0 0-7 16,0-3-16-16,0 3-3 15,0 0 0-15,0-3-7 16,0 0-3 0,-11-4-5-16,-10 1-3 0,-3 4-8 15,-5-1 1-15,-6 0 2 16,1 3 2-16,-6 0-1 16,0 0 2-16,0 0 4 15,0 0-8-15,1 0 4 16,-1 8-2-16,0 11-2 15,-8 2 3-15,14 9-2 0,2 0 5 16,3 3-4 0,10 6 2-16,9 0 0 0,4 3 2 15,6 4 6 1,0 2-4-16,0 0-1 0,22-3 3 16,12-3 1-16,6-9-7 15,8-6 0-15,-3-6-4 16,0-5 1-16,13-10 0 15,-2-6 1-15,8 0-2 16,10 0 2-16,5-27-2 16,-4-7-2-16,-6 1-1 15,-16 6 0-15,-21 0-23 0,-14 5-21 16,-7 8-23 0,-6 1-38-16,-5 11-78 0,0-2-95 15</inkml:trace>
  <inkml:trace contextRef="#ctx0" brushRef="#br0" timeOffset="74608.35">24745 6923 760 0,'0'0'85'0,"0"0"-1"0,0 0-11 0,0 0-7 0,0 0-13 0,0 0-32 0,0-77-8 0,0 77-12 0,0 0-1 15,0 0-7-15,0 12-5 16,0 21 12-16,0 9 10 16,0 15-2-16,0 9 14 15,0 4-11-15,0 7 0 0,-5 4-2 16,-6 4-4-16,-7 5-5 16,7 0 8-16,6-2-5 15,-9-7-1-15,9-15-2 16,0-12 0-1,-1-15 2-15,1-15 0 0,0-8-1 16,0-14-1-16,5-2 2 16,0 0 1-16,0 0 8 15,0-23 3-15,0-23-9 16,0-20-5-16,0-9-2 16,0-10 1-16,0 4-2 15,0 6 3-15,0 6 0 16,0 8 2-16,0 11-1 0,0 8-1 15,5 9 0-15,0 6 4 16,0 11 0-16,1 4 2 16,-1 7-3-16,0 5 5 15,-5 0-8-15,0 0 0 16,8 0-6 0,-2 0-3-16,4 23-2 0,14 14 9 15,-3 7 2-15,3 10 4 16,0 7 7-16,-3 8 2 15,3 6-2-15,-3 10-1 16,9-1 2-16,-12-3-1 16,-2-6-5-16,-5-9 3 15,7-8-7-15,-2-4 1 16,-8-15-1-16,3-6-1 0,-6-12 0 16,6-6-1-16,-11-9 0 15,0-6-3-15,0 0-28 16,0 0-3-16,0-25 5 15,0-13-73-15,-11-11-66 16,-13 5 21-16,8-2-8 16,-8 7 3-16,9 3-5 15,-9 0-85-15</inkml:trace>
  <inkml:trace contextRef="#ctx0" brushRef="#br0" timeOffset="74986.2">24562 7709 345 0,'0'0'85'0,"0"0"-42"0,0 0 30 0,0 0-22 0,0 0-7 0,0 0 7 0,-50-6-1 15,50 6 2-15,0 0 1 16,0 0 7-16,0 0-19 0,0 0 7 16,0 0-7-1,0 0-18-15,0 0-8 0,0 0-15 16,0 0 1-16,10 0 2 16,25 12 3-16,15-7-6 15,14 2 10-15,-1-7-4 16,6 0-6-16,-8 0-25 15,-13 0-33-15,-3 0-29 16,-15 0-22-16,-15-3-35 16,-4-3-69-16</inkml:trace>
  <inkml:trace contextRef="#ctx0" brushRef="#br0" timeOffset="75747.1">25180 7354 597 0,'0'0'130'0,"0"0"-71"0,0 0 37 16,0 0-48-16,0 0-46 15,0 0 1-15,0 66 2 16,0-5 4-16,0 7 20 16,0 14 1-16,6-1-9 0,4-3 3 15,3-3-9-15,-2-12-3 16,0-12-3-16,-3-11-3 16,-3-16-4-1,0-15 2-15,1-9-3 0,-6 0 4 16,0 0 11-16,0-21 19 15,0-27-9-15,0-18-26 16,5-10 2-16,8-8-2 16,-2-1-12-16,-1 8 7 15,1 11-15-15,2 8 13 16,3 16 4-16,19 9-11 16,4 9 2-16,-4 12 3 15,5 6 2-15,-6 6 7 16,-5 0-1-16,-5 9-4 15,-13 21-2-15,-6 6 6 16,-5 12 0-16,0 0-5 0,0 12 3 16,-16-6 3-16,-18-5 2 15,10-10 4 1,13-15-6-16,6-9 2 0,5-9-2 16,0-6 0-16,0 0-11 15,0 0-5-15,5 0 5 16,40-9 11-16,0-6 2 15,1 6-2-15,12 3-4 16,-8 6 4-16,3 0-2 16,-7 0 2-16,-12 18-2 15,-10 9-8-15,-13 3 5 0,-11 0 5 16,0 0 8-16,0 0 27 16,-46-9-6-16,-7-2 1 15,-8-5-6-15,-2-5-5 16,-17-9-12-16,6 0 4 15,10 0-11-15,0 0-4 16,25 0-66-16,17-11-51 16,4-5-49-16,18-7-217 15</inkml:trace>
  <inkml:trace contextRef="#ctx0" brushRef="#br0" timeOffset="76342.89">25695 6906 615 0,'0'0'107'0,"0"0"-17"0,0 0-9 0,0 0-25 16,0 0-38-16,0 0-2 0,114-100 10 0,-74 94-9 0,-6 4-1 0,-4 2-6 16,4 0-10-16,-10 2-1 0,2 32-4 15,-2 7 3-15,0 11 2 16,-18 5 12-16,-6 6-1 16,0-3 7-16,0-3-1 15,-14-6-3-15,-2-15-8 16,-2-14 7-16,12-11-6 15,6-5-3-15,0-6 7 0,0 0 16 16,0 0 18-16,0-8 3 16,0-19-33-16,19-4-15 15,21-5 0-15,5 1-1 16,5-5 0-16,3 4-8 16,-7 3-2-16,7 6-6 15,-14 3-3-15,1 3 3 16,-5 9-10-16,-9 6-25 15,-2 6-24-15,-5 0-24 16,-9 0-41-16,1 24-33 16,0 0-291-16</inkml:trace>
  <inkml:trace contextRef="#ctx0" brushRef="#br0" timeOffset="76890.32">26695 7601 753 0,'0'0'75'0,"0"0"0"0,0 0 19 0,0 0-43 0,0 0-44 0,0 0-5 0,14 3-2 0,31-3 16 16,24 0-8-16,5 0 0 15,16-19-3-15,-2-4-5 16,-3-4 0-1,-11 0-23-15,-10 2-23 0,-25 10-23 16,-9 3 13-16,-20 10-42 16,-10 2-7-16,0 0-46 15,0 2-30-15</inkml:trace>
  <inkml:trace contextRef="#ctx0" brushRef="#br0" timeOffset="77124.85">26655 7790 502 0,'0'0'79'15,"0"0"-1"-15,0 0 17 0,0 0-36 16,0 0-17-16,0 0-17 16,-45 24 4-16,61-24 14 15,37 0 31-15,16 0-39 16,6-6-22-16,4-6-8 15,1 0-4-15,-1 0-1 16,-10 3-8 0,-5 3-29-16,-8 0-47 0,-8 6-23 15,-22 0-49-15,-7 0-76 0</inkml:trace>
  <inkml:trace contextRef="#ctx0" brushRef="#br0" timeOffset="78808.05">29492 7053 760 0,'0'0'73'0,"0"0"-73"0,0 0 11 0,0 0 17 0,-130 175 8 0,90-88-11 0,0 9 5 16,0 12 17-1,-7 1-15-15,7-4-5 16,5-15-10-16,9-17-12 0,7-19 6 16,9-18-6-16,10-18 1 15,0-12-4-15,0-6 5 16,0 0 5-16,0-10 24 16,0-29 6-1,16-18-30-15,13-15-8 0,5-18-4 16,-10-7-2-16,-3-5 2 15,-10 3-1-15,-3 15 2 16,-3 8-1-16,1 14 2 16,-1 10-1-16,0 13 0 15,8 12 4-15,-7 12-3 16,-1 9-1-16,-5 6 2 16,5 0-3-16,6 0-8 0,8 16-10 15,10 22 17-15,5 11 1 16,-2 16-1-16,11 14 1 15,-12 11 2-15,17 6 0 16,-13 0 3-16,-1-5-3 16,-7-10 0-16,-3-18-2 15,-1-9 0-15,-7-17 1 16,-5-14-1-16,-11-11-18 16,0-8-43-16,0-4-1 15,0 0 7 1,0-25-28-16,-27-14-88 0,-7-6-38 15,-1 0-256-15</inkml:trace>
  <inkml:trace contextRef="#ctx0" brushRef="#br0" timeOffset="79060.92">29179 7666 353 0,'0'0'227'0,"0"0"-159"0,0 0 9 0,0 0 2 0,0 0-30 0,0 0-42 0,-11 6-3 0,56-6 21 0,19-11-12 0,10-13 4 15,11-7-15-15,5-2-2 16,-7 6-30-16,-17 6-39 16,-8 12 2-16,-23 9-17 15,-19 0-33-15,2 0-43 16</inkml:trace>
  <inkml:trace contextRef="#ctx0" brushRef="#br0" timeOffset="79415.64">30338 7378 601 0,'0'0'76'0,"0"0"-17"16,0 0 15-16,0 0-45 0,0 0-16 15,0 0-9-15,-183 72 24 16,143-20-4-16,1 2-2 16,4 8 1-16,14 2 4 15,2 2-1-15,14-3-2 16,5-3-7-16,0-6 2 15,0-6-9-15,24-8 0 16,21-10-3-16,13-9-4 0,-2-10 4 16,8-11-3-16,10 0 3 15,0-5 2-15,-5-34-9 16,-8-6-22-16,-8-10-38 16,-23 4-53-16,-20 0-44 15,-4 0-65-15,-6 6-285 16</inkml:trace>
  <inkml:trace contextRef="#ctx0" brushRef="#br0" timeOffset="79879.17">30466 7056 343 0,'0'0'316'0,"0"0"-257"15,0 0 11-15,0 0-1 16,0 0-47-16,0 0-11 16,39-127-10-1,-9 127 5-15,9 0-2 0,-4 0 0 16,-1 31 1-16,-4 8 3 15,-14 9 10-15,-6 0-2 16,-10 0 2-16,5-3-5 16,-5-3 14-16,0-11-17 15,8-10 1-15,-8-9-5 0,6-9 0 16,-1-3 10 0,0 0 18-16,14 0 37 0,7-27-19 15,9-13-41-15,10-4-11 16,8 1-2-16,-8 4-7 15,8 0-19-15,-2 9-2 16,-6 3-13-16,0 9 10 16,-3 9-7-1,-2 6-17-15,-5 3-26 0,-9 0-55 16,-7 18-43-16,-9 9-360 16</inkml:trace>
  <inkml:trace contextRef="#ctx0" brushRef="#br0" timeOffset="80179.14">31397 7591 519 0,'0'0'190'0,"0"0"-178"0,0 0 14 0,0 0-1 0,0 0 1 0,0 0 7 0,218 4-8 0,-126-10-7 0,4-13-9 0,7-5-9 0,-4 3-1 16,-14-2-22-16,-22 2-50 16,-18 2-35-1,-21 4-44-15,-24 0-276 0</inkml:trace>
  <inkml:trace contextRef="#ctx0" brushRef="#br0" timeOffset="80404.73">31960 7191 695 0,'0'0'29'0,"0"0"-22"0,0 0 33 15,0 0-11-15,-19 160-15 0,19-82 8 16,0 9-5-16,0 3-6 16,0-3-6-16,0-5-2 15,0-10-3-15,0-8-25 16,11-14-82-16,28-19-121 16</inkml:trace>
  <inkml:trace contextRef="#ctx0" brushRef="#br0" timeOffset="81806.94">33400 6984 601 0,'0'0'139'16,"0"0"-36"-16,0 0-18 0,0 0 6 0,0 0-52 0,0 0-39 0,0-36-5 15,0 81 5-15,0 15 0 16,6 9 17-16,-1 10-4 0,0 8 0 16,-5 3 5-1,0 6-10-15,6-12-2 0,-6-11-4 16,0-16 2-16,7-21-4 15,-7-18 3-15,6-12-2 16,-1-6 6 0,6 0 6-16,-6-33 4 0,14-21-17 15,-9-16-4-15,1-11-13 16,7-6-5-16,-7 0-5 16,8 6 2-16,-4 6-9 15,4 5-8-15,2 16 5 16,3 9 15-16,5 12 14 0,-7 15 0 15,1 9-1-15,1 9 8 16,-2 0-6-16,1 3 7 16,-1 33 3-1,-9 12-3-15,-13 9-2 0,0 9-1 16,0 1 3-16,-24 2 0 16,-26-6 3-16,-3-9 0 15,7-9 2-15,12-15-1 16,18-9-2-16,16-15-2 15,0-6 2-15,0 0 2 16,0 0 2-16,5-18-6 16,35-3-1-16,5 3-4 0,14 6 4 15,-4 6 0-15,14 6-1 16,-5 0 0-16,5 0 2 16,-8 6 1-16,-8 18 1 15,-24 9-4-15,-13 6 2 16,-16-3 0-16,0 1 8 15,-5-4 26-15,-48-6-2 16,-3-4 8 0,-13-10-15-16,0-5-3 0,5-8-8 15,-2 0-2-15,-3-5-5 16,0-28-6-16,5-4-1 16,19 4-45-1,11 4-25-15,29 14-7 0,5 3-69 16,0 2-72-16,29 5-326 0</inkml:trace>
  <inkml:trace contextRef="#ctx0" brushRef="#br0" timeOffset="82172.75">34915 7059 688 0,'0'0'61'0,"0"0"-10"0,0 0 28 0,0 0-52 0,0 0-22 0,0 0 2 0,-257 34-6 0,193 4 8 0,9 11 4 0,2-1 2 15,2 8-1-15,11 2 6 16,11-1-1-16,13 3-9 15,8-6 5-15,8-5-3 16,0-7-4-16,13-9-6 16,33-12 3-16,4-15-2 15,24-4 5-15,1-2-8 16,12 0 10-16,3-21-6 16,-15-14-4-16,-12-7-61 15,-23 3-39-15,-11 2-36 0,-23 4-58 16,-6 9-245-1</inkml:trace>
  <inkml:trace contextRef="#ctx0" brushRef="#br0" timeOffset="82707.83">34881 6614 590 0,'0'0'116'15,"0"0"-61"-15,0 0 4 16,0 0-5-16,0 0-45 15,0 0-6-15,183-73 5 16,-138 79-4-16,-5 25-1 16,2 14 8-16,-10 6-6 15,-13 6 14-15,-14 4-3 16,-5-5 7-16,0-8 4 16,0-8-2-16,0-10-9 15,0-12-2-15,0-9-1 16,0-9 0-16,0 0 11 0,5 0 41 15,14-24 0 1,15-18-47-16,6-4-18 16,11-1-1-16,2 1-2 0,2 7-4 15,4 3-17-15,-4 9 13 16,-1 3-15-16,-9 9-4 16,-11 3-14-16,-18 9-14 15,-11 3-33-15,-5 0-57 16,0 0-110-16</inkml:trace>
  <inkml:trace contextRef="#ctx0" brushRef="#br0" timeOffset="85328.93">12643 12990 344 0,'0'0'147'0,"0"0"-97"0,0 0 34 0,0 0-14 0,0 0-16 16,0 0-24-16,0 0 3 0,0 0-3 16,0-75-7-16,0 75-13 15,0 0-6-15,0 0 3 16,0 21 8-1,0 10 20-15,0 5-4 0,0 11-3 16,0 8-2-16,0 8-4 16,0 10 5-16,0 2-3 15,16 0 2-15,3 0-4 16,-3-9-3 0,2 0-4-16,-7-8-3 0,-1-8-7 15,9-2 1-15,-8-9-2 16,-1-8-3-16,-5-4 1 15,-5-12 0-15,8-6-2 0,-8-3 2 16,0-3-2 0,0-3 2-16,0 0 0 0,0 0 6 15,0 0-3-15,0 0-1 16,0 0 3-16,0-12-2 16,-8-12-5-16,-26-6 1 15,7 3-1-15,-7-4 0 16,-1 8 2-16,1 2-2 15,-6 0-2-15,6 3-1 16,-6-3 3-16,11 5-3 16,-6 5 3-16,11 1 0 15,3 4 0-15,3 6-3 16,-4 0-1-16,-7 0-7 0,-16 0 7 16,5 12 4-16,-13 9 1 15,8 4-1-15,11 4 0 16,4 2-2-1,9 4 4-15,8 2-2 0,13-1 0 16,0 3 0-16,0-6 3 16,0 3-3-16,13-6 1 15,27-6 0-15,0-3-1 16,-6-9 0-16,6-6-1 16,5-6 2-16,14 0 5 15,2 0-3 1,8-12 6-16,-6-11-9 0,1-8-3 15,-8 4-10-15,-11-3-1 0,-11 0 6 16,-5-3 6 0,-10 3 0-16,-8-3 2 15,-1 6 0-15,-5 0-3 0,-5 2 2 16,0 4 1 0,0 3 0-16,0 3 1 0,0 7-1 15,0 1 0-15,0 4 1 16,0 3-1-16,0 0 3 15,0 0-3-15,0 0-6 16,0 0 1-16,0 0-6 16,0 24 9-16,0 7 2 15,0 5 2-15,0 6 3 0,0 3 1 16,0-3 1 0,8 0-4-16,24-6 2 0,3-6-4 15,13-6-1-15,2-11 0 16,19-7-2-16,5-6-62 15,6 0-76-15,5-10-86 16,-16-26-514-16</inkml:trace>
  <inkml:trace contextRef="#ctx0" brushRef="#br0" timeOffset="87983.11">25387 10729 242 0,'0'0'310'0,"0"0"-228"0,0 0-17 0,0 0-15 0,0 0-41 0,0 0 1 16,0 0-6-16,5 3 8 15,-5 18 29-15,0 3 15 16,0 9-21-16,0 12 6 0,0 3-5 16,0 9 0-16,0 7-11 15,0-1 3-15,0 0-1 16,0 3-8-16,6 0-7 15,-1-2 4-15,0-2-4 16,-5-1 3-16,6-1-5 16,-6-6 0-16,8-6-7 15,-8-6 1-15,5-6-2 16,0-9-1-16,1-6 0 16,-1-5 6-16,-5-7-6 0,5-7-1 15,-5-2 7 1,0 0-3-16,0 0 3 0,0 0-2 15,0 0 2-15,0 0-2 16,6-15-1-16,-6-9-3 16,0-3-2-16,0-9 1 15,0 0-2-15,0-3 2 16,0 0-5 0,0 3 1-16,-16 3-8 0,0 3 9 15,-8 3 3-15,-5 8-1 16,-1 4 0-16,9 7-2 15,-3 2 1-15,-15 6-6 16,4 0 3-16,-15 0 1 16,2 2 3-16,3 23 0 15,0 2 1-15,5 6 0 16,5 3 0-16,6 9 0 16,0 0 0-16,18 1 1 0,1-5-1 15,10 1 0-15,0-5 4 16,0-7-4-1,0-6 0-15,0-7 0 0,21-4-2 16,13-10 2-16,6-3 0 16,13 0 1-16,11 0 14 15,-8-18-10-15,7-7 1 16,-7 2-6-16,-3 2 1 0,-8 3-1 31,-16 3 1-31,-7 3 2 0,-4 2-2 16,-7 7-1-16,0 1 0 0,-4 2-2 15,-7 0 2-15,6 0-1 16,-6 0 1-16,0 0-1 16,0 0 1-16,0 0-3 15,0 0-3-15,0 0-5 16,5 0 3-16,0 0-12 16,1 0 5-16,7 0 15 15,-8 0-6-15,6 0-1 16,-6 0-4-16,8 0 3 15,-2 0-3-15,-6 0 3 0,1 0-2 16,-6 0-2 0,10 0 9-16,-2 0 3 15,-2 0-3-15,-6 0 3 16,0 0 0-16,0 0 0 0,0 0-2 16,0 0 2-16,0 0 4 15,0 0-2-15,0 0-1 16,0 0 6-16,0 0-1 15,0 0 8-15,0 0 0 16,0 0-7-16,0 0-2 16,0 0 3-16,0 0-4 15,0 0-3-15,0 2-1 16,0 11-3-16,0 1-3 16,0 7 6-16,15 4 2 0,4-2-2 15,2-2 0-15,-2 1 0 16,-9-5 1-1,1-4 3-15,8-7-4 0,-3-4-30 16,13-2-40-16,5 0-72 16,-5-5-39-16,-7-28-351 31</inkml:trace>
  <inkml:trace contextRef="#ctx0" brushRef="#br0" timeOffset="88751.55">25700 10380 608 0,'0'0'82'0,"0"0"-36"0,0 0 4 0,0 0-27 0,0 0-15 0,0 0 0 0,189-87 7 16,-155 87-5-16,-5 0-1 15,-5 5-9-15,3 28 1 16,-3 19 1-16,-6 11-1 16,-7 12 14-16,-6 3-1 0,-5 1 6 15,0-7-7 1,0-6 0-16,-5-15-1 0,-14-12 2 15,14-15-3-15,-6-11 3 16,11-8-6-16,0-5 3 16,0 0 27-1,0 0 37-15,0-9-21 0,11-18-45 16,29-9-6-16,18-3 2 16,-2 0-5-16,13-6-2 0,-5 3 2 15,4 0 0 1,-4 3-12-16,3 5-23 0,-4 7 5 15,-4 15-11 1,-14 10-1-16,-11 2-29 0,-10 0-7 16,-13 33-16-16,-11 5-51 15,0 1-169-15</inkml:trace>
  <inkml:trace contextRef="#ctx0" brushRef="#br0" timeOffset="89140.84">26828 11264 682 0,'0'0'134'0,"0"0"-80"16,0 0 19-16,0 0-36 0,0 0-35 0,0 0 5 0,85 28 11 0,-16-28-1 0,-5 0-3 0,10 0-13 15,0 0 6-15,-10 0-7 0,-19 0-4 16,-11 0-30-16,-12 0-47 16,-9 0-34-16,-8 2 10 15,-5 16-43-15,0 0-358 16</inkml:trace>
  <inkml:trace contextRef="#ctx0" brushRef="#br0" timeOffset="89375.36">26709 11670 610 0,'0'0'55'0,"0"0"-12"0,0 0 24 0,0 0-28 16,0 0 6-1,0 0 17-15,124 27-2 0,-39-27-29 16,8 0-17-16,3-3-14 15,7-11-13-15,-10-2-78 16,-14 1-66-16,-20 0-136 16</inkml:trace>
  <inkml:trace contextRef="#ctx0" brushRef="#br0" timeOffset="93017.74">29866 10732 780 0,'0'0'71'0,"0"0"-10"0,0 0-13 0,0 0-36 0,0 0-11 0,0 0 8 0,0 0-4 15,249-96 1-15,-201 96-1 16,-3 0-1 0,-5 15-4-16,0 14 2 15,-6 17-1-15,-18 11 4 16,-16 9 3-16,0 9 4 0,-45 4 1 15,-24-10 1-15,8-13-4 16,8-13-6-16,19-16-1 16,18-15-3-16,5-9 4 15,11-3 2-15,0 0 7 16,0-15 35-16,0-24-21 16,5-12-27-16,30-6 4 15,5-3-4-15,-6 2 0 16,1 8 0-16,-14 4 2 0,8 13-4 15,-5 6 2-15,-13 12-5 16,-1 6 5-16,-10 9 2 16,0 0-2-16,0 0-4 15,0 0-10-15,0 21 1 16,0 18 11-16,0 9 2 16,-10 9-1-16,-9 6 4 15,3-3 3-15,5 4 6 16,6-7-7-16,-3-6 3 15,8-9-8-15,0-9 2 16,0-12 3-16,0-3 1 16,35-12-6-16,12-3-29 0,9-3-43 15,13 0-51 1,11-6-94-16,-11-15-228 16</inkml:trace>
  <inkml:trace contextRef="#ctx0" brushRef="#br0" timeOffset="93485.64">30837 11309 236 0,'0'0'448'0,"0"0"-386"0,0 0 16 0,0 0-8 0,0 0-54 0,0 0-13 0,59 3 20 0,-33-3 7 0,9 3-5 0,-6 1-4 15,-5 2-12-15,-3-1 0 0,-3 4 1 16,-7 4-8-16,0 2-1 16,-11-1 3-16,0 7-3 15,0 4 5 1,0-2 4-16,0 8 2 0,-6-2 2 16,-23-2 1-16,-3 1 6 15,3-4-9-15,0-3-3 16,0 0 0-16,8-6-4 15,-3 0 2-15,5-3-2 16,14-5-4-16,5-5 3 0,0-2 4 16,0 0 5-1,0 0 3-15,0 0 4 0,29 0-11 16,35-12 7-16,15-9-14 16,6 0-2-16,8 0-10 15,-8 0-38-15,-11 3-9 16,-15 3-2-1,-9 6-20-15,-21 2-1 16,-13 7-51-16,-8 0-52 0,-8 0-273 16</inkml:trace>
  <inkml:trace contextRef="#ctx0" brushRef="#br0" timeOffset="93788.31">31352 10997 732 0,'0'0'80'0,"0"0"-32"0,0 0-34 0,0 0-14 0,0 0 0 0,297-16-46 15,-199 10-48-15,-13 3-40 16,-16-5-129-16</inkml:trace>
  <inkml:trace contextRef="#ctx0" brushRef="#br0" timeOffset="94310.67">32243 10740 488 0,'0'0'175'0,"0"0"-135"16,0 0 1-16,0 0 3 15,0 0-24-15,321-92-9 0,-270 92-9 16,2 0 5-16,-8 15-1 16,-10 21-1-16,-17 5 8 15,-18 14-2-15,0 5 22 16,-24 6-4-16,-34-2-7 16,-3-8-8-16,-3-7-7 15,19-19 0-15,11-12-3 16,20-12-2-16,14-6 0 15,0 0 10-15,0-12 13 16,0-27-23-16,40-13 0 16,8-2-2-16,-3-6-12 15,-5 6 9-15,-6 3 3 0,1 12 1 16,-6 2 2-16,-13 14-3 16,-11 11 0-16,3 3 3 15,-8 9 0 1,0 0-3-16,0 0-14 0,0 27 0 15,0 11 12-15,-29 11 2 16,0-1 1-16,5 3 0 16,13 0 2-16,6-3 1 15,5-5 0-15,0-5 0 16,0-5-2-16,0-8 2 16,29-7-4-16,6-9-3 15,10-6-33-15,5-3-29 16,9 0-25-16,10-12-101 0,-8-21-261 15</inkml:trace>
  <inkml:trace contextRef="#ctx0" brushRef="#br0" timeOffset="94523.29">33313 10906 572 0,'0'0'143'0,"0"0"-33"0,0 0-6 0,0 0-63 0,0 0-41 0,0 0 1 0,29 48 8 0,-24-5 18 0,8 5-10 16,-2 2-6-16,-6 2-3 16,1-4-6-16,-6-3 0 15,0-3-2-15,0-5-29 16,0-10-59-16,0-10-89 0,-27-7-88 16</inkml:trace>
  <inkml:trace contextRef="#ctx0" brushRef="#br0" timeOffset="95192.46">29704 10097 486 0,'0'0'121'0,"0"0"-49"0,0 0 5 0,0 0-14 0,0 0-16 0,0 0-35 0,-64-9 3 0,19 51 9 0,-5 15-1 0,-3 16-2 16,2 14 20-16,12 15-1 0,4 9 0 16,19 13-3-16,8-1-12 15,8-3-6-15,0-6-2 16,0-5-9-16,30-10-1 16,23-9 0-16,13-11-5 15,21-8 0-15,28-10-2 16,15-10-17-16,21-9-92 15,13-18-62-15,-10-18-114 16</inkml:trace>
  <inkml:trace contextRef="#ctx0" brushRef="#br0" timeOffset="95892.56">33233 9974 296 0,'0'0'426'0,"0"0"-369"0,0 0 41 0,0 0-34 0,0 0-53 0,0 0-5 0,316 18-4 16,-221 30-1-16,9 12 0 16,-11 13 1-16,-14 14 1 15,-20 9-2-15,-33 12 2 16,-12 4 7-16,-14-4 14 0,0-3-7 15,-14-6-8 1,-26-15-1-16,-5-11 0 0,0-17-8 16,5-16 4-16,6-10-7 15,5-15 3-15,0-15-54 16,7 0-48-16,-7-12-33 16,5-30-342-16</inkml:trace>
  <inkml:trace contextRef="#ctx0" brushRef="#br0" timeOffset="96693.07">33727 9499 582 0,'0'0'89'0,"0"0"-12"0,0 0 31 0,0 0-51 0,0 0-28 0,0 0-2 0,164-133-3 0,-135 133-7 16,-5 0-12-16,-3 0-5 16,9 21-1-16,-1 16 1 15,-13 13 3-15,2 14 1 16,-18 8 5-1,0 9 0-15,0 3-4 0,0-6-4 16,0-11 1-16,0-17 8 16,0-19 1-16,0-13-1 15,0-12-6-15,0-6 5 16,0 0 29-16,0 0 30 16,0-30-25-1,0-9-32-15,22-16-6 0,12-1 0 16,1 2-5-16,4-4 0 0,9 13-2 15,-8 3 2-15,0 9-4 16,-6 8-3-16,6 4-9 16,-6 9-12-1,6 4-13-15,-11 8-11 0,-2 0-8 16,-8 0-19-16,-4 20-1 16,-9 17-11-16,-6 8-1 15,0 6-65-15,0 3-322 16</inkml:trace>
  <inkml:trace contextRef="#ctx0" brushRef="#br0" timeOffset="97010.62">34663 10563 604 0,'0'0'127'0,"0"0"-77"0,0 0 70 0,0 0-55 0,0 0-39 0,311 0-5 15,-216 0-15-15,9 0 1 16,-1-6-6-16,-5-6-2 15,-7 0-1-15,-22 3 0 0,-19 0-28 16,-21 3-6-16,-24 6-7 16,-5 0-20-16,0 0-24 15,0 0-67-15,-39-6-67 16</inkml:trace>
  <inkml:trace contextRef="#ctx0" brushRef="#br0" timeOffset="97240.72">35117 10248 681 0,'0'0'96'0,"0"0"11"15,0 0-35-15,0 0-71 0,0 0 6 16,0 0-7-16,-8 159 15 16,8-84 8-16,0 9 3 15,13 3-8-15,3-2-10 16,8-4-6-16,-8-6 0 15,-11-9-4-15,9-8 2 16,-14-10-99-16,0-19-97 16,0-16-295-16</inkml:trace>
  <inkml:trace contextRef="#ctx0" brushRef="#br0" timeOffset="100650.2">37638 10167 572 0,'0'0'107'0,"0"0"-25"0,0 0 17 0,0 0-24 0,0 0-18 0,0 0-22 15,0 0-33-15,10-112-2 0,-10 148 0 16,-16 9 2-16,-13 13 8 16,0 2 4-16,13 0-2 15,11-6-1-15,5 0-4 16,0-9-3-16,10-11 0 15,49-11-3-15,15-14-1 16,16-9 11-16,3 0-11 16,-8-18-10-16,-11-21-17 15,-15-6 9-15,-20-3-8 16,-17-6 8-16,-9-4 13 16,-13 4-3-16,0 6 8 15,0 9 1-15,0 9 0 16,0 12 5-16,0 9 14 15,0 6-4-15,0 3-11 16,-5 0-5-16,-9 21-5 16,-2 24 5-16,3 13 0 0,13 10 3 15,0 7 4-15,0 13 2 16,8 5 0 0,19 6-3-16,7-3 1 0,1 1-2 15,-1-4 0-15,-5-9-2 16,-13-5-1-16,-2-13-2 15,-14-15 1-15,0-12-1 16,0-12 0-16,-14-9 0 16,-25-6 2-16,-12-3 0 15,-13-3 0-15,-5-6 2 16,0 0 4-16,8 0 0 16,3-27 6-16,13-9 6 0,10-9-10 15,12-6-5-15,12-6-2 16,11-1-3-16,0-2-3 15,19 3 2-15,36 3-16 16,14 6-11-16,11 6 6 16,-6 6-14-16,6 9-7 15,-6 9-6-15,-16 11-7 16,-18 7-41-16,-11 0-24 16,-18 13-51-16,-6 16-355 15</inkml:trace>
  <inkml:trace contextRef="#ctx0" brushRef="#br0" timeOffset="101052.38">38548 10834 681 0,'0'0'60'0,"0"0"-5"0,0 0 17 0,0 0-52 0,0 0-19 0,0 0 9 0,178-24-7 16,-168 60-3-16,-5 6 3 0,-5 9 3 16,0 1 10-1,-5-2 19-15,-35-1-7 0,6-7-2 16,5-9 10-16,7-12-21 16,-1-6 3-16,17-9 1 15,6-6-7-15,0 0 5 16,0 0 3-16,0 0 12 15,0 0-1-15,21-6-18 16,22-12-9-16,13 0-5 16,13-3 1-16,5 3-7 15,-5 0-30-15,5 3-7 16,-10 2-24-16,-8 1 5 16,-11 7-22-16,-21 5-15 15,-6-3-54-15,-13 0-103 16</inkml:trace>
  <inkml:trace contextRef="#ctx0" brushRef="#br0" timeOffset="101484.36">39296 10380 805 0,'0'0'130'16,"0"0"-18"-16,0 0-23 0,0 0-64 0,0 0-24 0,0 0 0 0,257-60-1 0,-169 54-28 15,-8 0-52-15,-6 0-49 0,-18-6-55 16,-3-3-162-16</inkml:trace>
  <inkml:trace contextRef="#ctx0" brushRef="#br0" timeOffset="102044.01">40142 10061 663 0,'0'0'105'0,"0"0"-80"16,0 0 15-16,0 0-20 0,0 0 18 16,0 0-10-16,19 144-1 15,10-105-16-15,6-6 2 16,-1-6-8-16,6-8-5 16,0-13 4-16,-6-6 3 15,1 0 0-15,5 0 4 16,-14-31-6-16,3-5-5 15,-5-5-5-15,-13-7 4 16,-6-4 1-16,-5 7 1 16,0 6 0-16,0 9 3 15,0 12 8-15,0 12 23 16,0 3 4-16,0 3-23 16,0 0-16-16,0 18-10 0,0 24 10 15,0 15 0 1,0 9 1-16,0 6 4 15,13 3 4-15,14 0 0 0,2 4-6 16,0-1 1-16,-5 0-4 16,-13 4 1-16,-6-10 0 15,-5-6-1-15,0-12 0 16,0-11-1-16,-5-8 2 16,-30-10-1-16,-5-10 0 15,1-13 0-15,-1-2 0 16,0 0 12-16,-2-17-4 15,10-22 14-15,8-7-1 16,13-2-4-16,11-3-11 16,0-3-2-16,0 0-2 15,40 2-1-15,10 8-1 16,4 4 0-16,-4 13-43 0,-5 9-23 16,-5 6-32-16,5 9-33 15,-3 3-69 1,-7 0-55-16</inkml:trace>
  <inkml:trace contextRef="#ctx0" brushRef="#br0" timeOffset="102243.51">40888 10509 613 0,'0'0'112'0,"0"0"-31"0,0 0-3 0,0 0-59 0,0 0-4 0,0 0 14 0,0 142 11 0,5-85-2 0,1 6-23 16,-1 0-7-16,-5 0-4 15,0-2-2 1,0-11-2-16,0-5-45 16,0-8-75-16,-5-16-160 0</inkml:trace>
  <inkml:trace contextRef="#ctx0" brushRef="#br0" timeOffset="102945.29">37094 9685 678 0,'0'0'62'0,"0"0"-49"0,0 0 42 0,0 0-17 0,0 0-16 0,-228 243 3 0,182-128 15 16,1 5 12-16,6 13-3 16,-4 5-10-16,11 0-10 15,14 3-3-15,7-14-8 16,11-9-10-16,0-19-1 16,50-12-2-16,30-18-5 15,24-18-3-15,34-21-75 0,26-21-60 16,32-9-56-1,3-27-312-15</inkml:trace>
  <inkml:trace contextRef="#ctx0" brushRef="#br0" timeOffset="103602.94">40731 9387 588 0,'0'0'81'0,"0"0"-9"0,0 0 40 0,0 0-25 0,0 0-25 0,0 0-27 0,69-45-35 15,-45 48 7-15,16 28-7 16,19 7 8-16,15 16 1 16,0 12 1-16,0 25 0 15,1 15 0-15,-20 13-2 16,-9 7 0-16,-23-2 2 0,-23-7-4 16,0-5-1-16,0-16-5 15,-34-6 0 1,-17-12 1-16,-7-18-1 15,8-11-1-15,5-16-2 0,-3-12-69 16,3-15-27-16,0-6-29 16,0-18-52-16,2-34-454 15</inkml:trace>
  <inkml:trace contextRef="#ctx0" brushRef="#br0" timeOffset="104304.26">41137 8948 565 0,'0'0'157'0,"0"0"-91"0,0 0 45 0,0 0-51 0,0 0-40 0,0 0-13 0,242-57 0 0,-213 75-4 0,-13 18-3 0,-11 12 0 0,-5 9 7 0,0 6 5 16,-26 3 10-16,-27 4 2 15,2-7-6 1,-7-6 6-16,13-12-1 0,10-12-10 16,19-15-3-16,3-9-4 15,13-9 1-15,0 0 13 16,0 0 27-16,0-9 6 15,29-24-33-15,35-9-18 0,5-3-1 16,11-3-1 0,-6 9 0-16,0 3-1 0,-10 3-7 15,-3 6 0-15,3 3-13 16,-6 3-6-16,-8 6-9 16,-5 3-31-16,-10 8-12 15,-16 4-23 1,-14 0-77-16,-5 0-118 0</inkml:trace>
  <inkml:trace contextRef="#ctx0" brushRef="#br0" timeOffset="106352.76">25907 15129 787 0,'0'0'96'0,"0"0"-16"0,0 0 10 16,0 0-60-16,0 0-30 0,0 0-4 0,0 0 4 0,0 0 6 16,11 214 15-16,-11-118 8 15,0 10 2-15,0 2-1 0,0 3-10 16,0-6-3-16,0-2-8 15,0-11 1-15,0-7-5 16,0-10-1-16,0-9-3 16,0-14 1-16,0-13 1 15,0-12-2-15,0-12 0 16,0-9 4 0,0-6-4-16,0 0 5 0,0-4 5 15,-24-29-10-15,-16-15 4 16,0-6-5-16,-5-2-8 15,-5 4-5-15,-3 7 9 16,2 12 1-16,-7 6 1 16,2 9-2-16,3 2 2 15,8 8 1-15,0 5-7 16,0 3 5-16,-13 0 1 16,-6 9-1-16,8 24 2 0,11 6 1 15,11 9 0-15,15 0 0 16,8 0 0-16,11 4 0 15,0-5 6-15,0-5-6 16,30-2 0 0,9-13 0-16,6-6-3 0,1-12 0 15,12-9-9-15,-2 0-7 16,-3 0-8-16,-3-27 7 16,-5-6 4-16,-5-4 4 15,-11-2 10-15,0 1 2 0,-13 1 0 16,8 7 0-16,-5 3 3 15,-3 6 2-15,-6 6 0 16,-4 6 2-16,7 6 2 16,-13 3-2-16,5 0-7 15,0 0-6-15,14 12-5 16,-3 12 11-16,13 9 0 16,-8 3-4-16,9 1 9 15,-1 1-5 1,-5-1 1-16,2-4-1 0,9-6 0 15,-6-4-10-15,11-13-97 16,13-10-56-16,8 0-89 16</inkml:trace>
  <inkml:trace contextRef="#ctx0" brushRef="#br0" timeOffset="106548.65">26719 16104 678 0,'0'0'156'0,"0"0"-106"0,0 0-7 0,0 0-17 0,292-51-19 0,-196 35-7 16,2-1-2-16,-19-1-28 16,-10 5-48-16,-29 5-32 15,-16 8-70-15,-24 0-225 0</inkml:trace>
  <inkml:trace contextRef="#ctx0" brushRef="#br0" timeOffset="106703.15">26844 16317 491 0,'0'0'102'0,"0"0"2"0,0 0-13 16,0 0-57-1,0 0 10-15,0 0-27 0,-51 46-9 16,107-46 22-16,21-4-18 15,19-19-12-15,18-8-45 0,0-5-177 16</inkml:trace>
  <inkml:trace contextRef="#ctx0" brushRef="#br0" timeOffset="108635.78">28497 16197 545 0,'0'0'98'0,"0"0"-23"0,0 0-1 0,0 0 0 0,0 0-51 0,0 0-16 0,0 0 47 0,241 180-7 0,-166-80-14 16,-1-1 3-16,-5 7-14 15,-13-4 3-15,-3-3-5 16,-19-3-10-16,-7-11-9 0,-3-22 3 16,-19-22 1-16,0-16-3 15,-5-19 3-15,0-6-4 16,0 0 6-16,0-39 21 16,8-30-14-16,3-25-12 15,-1-11-1-15,-4-7 0 16,-6-8-2-16,0 3-5 15,0-3 4-15,0-1-1 16,0 4 0-16,0 2 0 16,18 1 6-16,-2 3-4 0,13 6 1 15,1-1-4 1,-1 7 4-16,-8 6 0 0,8 12 0 16,-5 14 0-16,-8 13 1 15,3 12 1-15,-9 15-4 16,1 6 2-16,-6 9 0 15,-5 6 2-15,5 3-2 16,-5 3 0-16,0 0-1 16,0 0 1-16,0 0-1 15,0 0-3-15,0 0 3 16,0 0 1 0,0 0-1-16,0 0 2 0,0 0 1 15,0 0-2-15,0 0 0 16,0 0 0-16,0 0 1 15,0 0 2-15,0 0-3 0,0 0 0 16,0 0 0-16,0 0 0 16,0 0-2-16,0 0 1 15,0 0 0 1,0 0-3-16,0 0 1 0,8 0 2 16,-2 0-1-16,-1 0-63 15,0 0 42-15,6 0 2 16,-3 0 1-1,-3 3 0-15,0 1 17 0,-5-2 2 16,0-2-4-16,0 4 5 16,0-4 1-16,0 0 1 15,0 0 0-15,0 0-2 16,6 0 0-16,12 0 1 16,9 0 0-16,21 0 0 0,26-6 2 15,27-10 3-15,37-2-5 16,34-6 1-16,22 0-1 15,23-6-1-15,30-6 3 16,32-7-3-16,42-7 0 16,56-10 0-16,42 0-1 15,48-4 1 1,26 1 1-16,12-1 1 16,1 8-1-16,-7 4 0 0,-19 10-2 15,1 7 1-15,-12 2-8 16,-18 2 7-16,0 1-10 15,-21 3-6-15,-24 0 12 16,-26 6-2-16,-38 3 6 0,-34-3-4 16,-11 3 2-16,-26 0 5 15,-14-3-2-15,-29 2 2 16,-34-2-2-16,-16 0 0 16,-19 0 1-16,-16 7-1 15,-16-2 4 1,-23 5-4-16,-9 1 4 15,-15-1-3-15,-6 1 10 0,-10 4-8 16,-14-3 0-16,-7 6-3 16,-22 0 2-16,-16 3-2 0,-5 0-7 15,0 0-46 1,0 0-97-16,-21 0-91 0</inkml:trace>
  <inkml:trace contextRef="#ctx0" brushRef="#br0" timeOffset="109783.86">31301 15975 343 0,'0'0'54'0,"0"0"35"0,35 153-19 0,-43-87-18 0,-53-3-7 0,-8-3 9 0,0-8-20 0,11-13 2 0,23-12-9 16,14-16-9-16,10-11-4 16,11 0 6-16,0-5 57 15,0-34-47-15,45-9-26 16,16-7-3-16,3-2 3 16,5 3-2-16,0 3-4 15,0 3 4-15,-5 6-2 16,-9 5 3-16,-15 14-3 15,-16 11 2-15,-19 12-2 16,-5 0 0-16,0 14-4 16,-23 29 4-16,-33 14 23 0,-8 12 5 15,8 3-1-15,9 3 6 16,18 1 8-16,23-5-19 16,6-7 2-16,0-7-5 15,40-12 0-15,34-9-14 16,14-14 7-16,7-16-8 15,22-6 2-15,3-12 1 16,4-25-4-16,-10-11-3 16,-21-3-19-16,-24 0-41 15,-29-1-37-15,-24 8-9 16,-16 11-57-16,0 8-27 16,0 13-104-16</inkml:trace>
  <inkml:trace contextRef="#ctx0" brushRef="#br0" timeOffset="110160.78">32129 16419 643 0,'0'0'96'0,"0"0"-35"0,0 0 1 0,0 0-36 0,0 0-2 0,0 0-10 0,252-54 0 0,-222 54-4 15,-14 27 0-15,-3 12 1 16,-13 7 16-16,0 8 7 16,0 0-5-16,-35 4-14 15,-12-2 8-15,-4-4-3 0,6-7-2 16,5-12-6 0,11-12-3-16,18-12 0 0,11-7-2 15,0-2 1-15,0 0 8 16,0 0 13-16,6-5-6 15,49-19-17-15,28-7-3 16,7 2-3-16,13-1 0 16,1 2-9-16,-9 4-25 15,4 4-13-15,-15 1-16 16,-15 4-14-16,-23 3-23 0,-17 6-69 16,-19 0-111-1</inkml:trace>
  <inkml:trace contextRef="#ctx0" brushRef="#br0" timeOffset="110386.03">32981 16513 603 0,'0'0'96'15,"0"0"-32"-15,0 0-17 16,0 0-18-16,0 0-2 15,0 0-20-15,379-96 1 0,-275 81-6 16,-3 0 1-16,-14-1-3 16,-12 10-5-16,-30 0-42 15,-11 3-77-15,-18 1-116 16</inkml:trace>
  <inkml:trace contextRef="#ctx0" brushRef="#br0" timeOffset="111055.98">33857 15983 580 0,'0'0'31'0,"0"0"9"0,0 0-1 15,0 0-20-15,0 0-13 16,0 0 8-16,281 81 20 15,-281-26 0-15,0 5 19 16,0 1-14-16,-35-7-10 16,-10-10-2-16,11-11-20 15,10-14 2-15,19-11 2 16,5-8-11-16,0 0 18 16,0-27 30-16,0-12-43 15,16-9-5-15,13 0 2 16,0 0-1-16,0 3 0 15,0 3-1-15,-2 5 3 16,-3 10-3-16,-8 6 0 16,-3 9 1-16,-8 10 4 15,-5 2-5-15,0 0-6 16,0 8 6-16,-18 25 1 0,-4 7 2 16,4 2 8-16,7 3 7 15,6 3-10-15,5-3 1 16,0-3-3-16,0-5 0 15,21-10-4-15,22-6-2 16,2-13-1-16,5-8 1 16,8 0-29-1,11-6-31-15,-7-21-27 0,1-2-24 16,-4-8 16-16,-20 5-15 16,-4-5 72-16,-9 7 38 0,-12 3 11 15,2 6 54-15,-11 6 14 16,3 6 19-16,-3 6-4 15,-5 3-28-15,0 0-33 16,5 15-33-16,6 24 12 16,8 12 23-16,2 13-14 15,3 1-2-15,-8 7-8 16,2-2-3 0,-7-4-6-16,-11-9-2 0,0-9 0 15,0-6-33-15,0-11-91 16,-5-13-71-16,-35-12-132 15</inkml:trace>
  <inkml:trace contextRef="#ctx0" brushRef="#br0" timeOffset="111628.13">31158 15704 606 0,'0'0'82'0,"0"0"-32"0,0 0 21 0,0 0-5 0,0 0-40 0,0 0-8 0,-281 111 22 0,231-45-10 15,2 7 1-15,8 8 15 16,24 9-13-16,11 6 0 15,5 10-23-15,0 2 16 16,21-6-20-16,43-6 3 16,10-5-8-16,19-16 0 0,8-9-1 15,15-21-91 1,14-24-68-16,8-21-76 0</inkml:trace>
  <inkml:trace contextRef="#ctx0" brushRef="#br0" timeOffset="112343.78">34886 15562 588 0,'0'0'37'0,"0"0"-4"16,0 0 24-16,0 0-14 0,366 33-22 0,-286 10 5 0,-6 11 6 0,-15 12-1 16,-20 6-6-1,-15 6-6-15,-13 3 6 0,-11-2-6 16,0-7-4-16,0-6-2 16,-5-9-6-16,-25-15-4 15,7-11-2-15,7-17 2 16,0-5-3-16,2-9-37 15,-2 0-56-15,-2-17-45 16,2-31-221-16</inkml:trace>
  <inkml:trace contextRef="#ctx0" brushRef="#br0" timeOffset="112778.23">35510 15370 573 0,'0'0'71'15,"0"0"2"-15,0 0-1 16,0 0 9-16,0 0-44 16,0 0-20-16,305-136 9 15,-265 136-5-15,-6 18-5 16,-13 24-9-16,-10 16 5 15,-3 8 9-15,-8 3 6 16,0 1-14-16,0-7 8 16,-24-15-5-16,8-12 8 0,8-15-15 15,3-10 6-15,5-11-5 16,0 0 16-16,0-5 23 16,5-28-22-16,48-12-24 15,8-13-3-15,16-5 3 16,-3-3-3-16,11 3-2 15,0 9-7-15,3 9-13 16,-9 6 4-16,-23 14-13 16,-16 10 9-16,-16 9-13 15,-14 6-34-15,-4 0-32 16,-6 31 26-16,0 13-1 16,0 8-23-16,0 2-74 15,-6-3-365-15</inkml:trace>
  <inkml:trace contextRef="#ctx0" brushRef="#br0" timeOffset="113027.22">36460 15900 555 0,'0'0'77'0,"0"0"6"0,0 0 2 0,0 0-6 0,0 0-38 0,0 0 2 0,69 12 26 15,10-12-40-15,19 0-19 16,-2-12-6-16,2-3-3 16,0-1-1-16,-18-1-14 0,-24 4-39 15,-14 1-14-15,-31 0-39 16,-11 6-26-16,0 0-70 16,-11-3-186-16</inkml:trace>
  <inkml:trace contextRef="#ctx0" brushRef="#br0" timeOffset="114251.81">36762 15836 407 0,'0'0'91'0,"0"0"-26"0,0 0-13 0,0 0 4 0,0 0-24 0,0 0 19 0,0 0 9 15,109-57 14-15,-109 57-30 16,5 0-10-16,14 3-20 16,-3 24 4-16,8 16 34 15,5 1-15-15,-13 7 6 0,8 6-24 16,-9 1-3-16,-1-1-8 15,-4-3-4 1,-4-3-1-16,4-3-2 0,4-3-1 16,1-6-23-1,9-3-78-15,5-14-85 0,-2-13-171 16</inkml:trace>
  <inkml:trace contextRef="#ctx0" brushRef="#br0" timeOffset="115447.1">39227 15484 780 0,'0'0'72'0,"0"0"-60"0,0 0 46 15,-66 184-3-15,66-121-8 0,0-6-19 0,34-6-10 0,40-9-10 0,11-15 1 0,0-15-6 16,3-9 1-16,-9-3 0 15,-18-3-1-15,-2-27 2 0,-19-12-5 16,-11-6-3 0,-13-3-2-16,-16 0 3 0,0 2 0 15,0 7 1 1,0 13-1-16,0 8 2 0,-11 11 0 16,-5 10-3-16,-8 0 3 15,-5 4 0-15,-5 31 3 16,-1 13-3-16,1 10 7 15,18 8 4-15,16 3-2 16,0 4 7-16,0-1 1 16,0-1-6-16,16 2 0 15,13-4-7-15,-5-6 0 16,-14-6-3-16,-10-6 2 0,0-9-2 16,0-9 1-1,-5-8-2-15,-24-10-1 0,-11-12 1 16,-5-3 4-16,0 0 3 15,-8-9 0-15,2-25 8 16,6-1-3-16,11-11-9 16,15 1 4-16,14-6-6 15,5 0-1-15,0 0 1 16,16 0-2 0,42 6-1-16,16 3-23 0,6 9-25 15,-6 8-12-15,1 13-9 16,-12 12-26-16,-23 0-23 15,-16 6-14-15,-19 27-60 16</inkml:trace>
  <inkml:trace contextRef="#ctx0" brushRef="#br0" timeOffset="115816.22">39840 16254 615 0,'0'0'91'0,"0"0"1"0,0 0 10 0,0 0-48 0,0 0-11 0,0 0-6 0,143-138-7 0,-108 135-13 16,-1 3-14-16,1 0-1 15,-19 21-1-15,-11 18-1 16,-5 12 8-16,0 9 9 16,-16 4 11-16,-29-4-13 15,-8-3 8-15,2-9-14 0,6-12 3 16,16-12-5-16,5-15 0 15,19-6-5-15,5-3 7 16,0 0 4-16,0 0 16 16,34-21-20-16,30-9-9 15,10-3-1 1,11 0-1-16,0 0-4 0,3 6-28 16,-14 0-13-16,-18 5-21 15,-3 7-8-15,-24 3-41 16,-2 9-35-16,-14 1-80 15</inkml:trace>
  <inkml:trace contextRef="#ctx0" brushRef="#br0" timeOffset="116094.89">40676 16095 687 0,'0'0'82'15,"0"0"10"-15,0 0-33 0,0 0-46 16,0 0-5-16,361-33-3 16,-242 27-4-16,-5 0-1 15,-16 3-7-15,-18-1-65 0,-24 2-44 16,-14 2-67-16,-31-6-341 15</inkml:trace>
  <inkml:trace contextRef="#ctx0" brushRef="#br0" timeOffset="116692.19">41557 15628 703 0,'0'0'76'0,"0"0"-62"0,0 0 41 16,0 0 2-16,0 0-26 16,-40 166-11-16,69-127-9 15,11-6-4-15,5-9 0 16,0-6-3-16,8-12-3 15,-8-6 3-15,-5 0 4 16,5 0-2-16,-10-27-6 16,-6-6-2-16,-8-9-16 15,-13-3 7-15,-3 0 7 16,-5 3 2-16,0 6 2 16,0 9 0-16,0 9 1 15,0 12 14-15,0 6 12 0,0 0-7 16,0 0-20-16,0 29 1 15,0 14 2-15,0 11 5 16,0 3 8-16,40 6 1 16,11 6-1-1,12 0-5-15,1-3-6 0,-8 1 1 16,-17-1-6-16,-15-8 2 16,-13-2 0-16,-11-2-1 15,0-8 0-15,-11-11-1 16,-34-10 1-16,-13-7 4 15,2-15-3-15,-13-3 4 16,0 0 24-16,0-9 5 16,0-24-12-16,19-4-8 0,15 1-3 15,30 1 4-15,5-2-7 16,0 1-2 0,56 3-7-16,18 0-2 0,19 0-4 15,8 6-45-15,7 0-27 16,-9 6-60-16,-15 3-59 15,-25 3-50-15</inkml:trace>
  <inkml:trace contextRef="#ctx0" brushRef="#br0" timeOffset="116895.9">42576 15977 474 0,'0'0'210'0,"0"0"-115"0,0 0-8 0,0 0-47 0,0 0-16 0,0 0 36 0,21 120-10 0,-8-65-17 0,-2-1-15 16,-1 3-9 0,-4-3-7-16,-6-6-2 0,0-2 0 15,0-7-51-15,0-10-73 16,-11-10-96-16,-29-13-431 16</inkml:trace>
  <inkml:trace contextRef="#ctx0" brushRef="#br0" timeOffset="117496.76">39291 15400 559 0,'0'0'20'0,"0"0"-5"0,0 0 48 0,0 0-23 0,-332 24-25 0,276 24 15 15,-13 18 1-15,11 16 21 0,2 7 16 16,3 11-21 0,24 3 7-16,13-1-6 0,11 0-18 15,5-3-4-15,0-5-3 16,29-11-14-16,16-10 6 15,5-16-11-15,14-15 1 16,5-18-5-16,16-12-2 16,19-12-57-16,15 0-42 15,8-12-53-15,9-33-103 16</inkml:trace>
  <inkml:trace contextRef="#ctx0" brushRef="#br0" timeOffset="118221.21">42759 14916 665 0,'0'0'52'0,"0"0"-5"0,0 0 37 0,297-39-27 0,-212 39-32 0,0 27-3 0,2 27-3 16,-7 15 11-16,-11 21-6 15,-29 12 1-15,-19 13 4 16,-21-1-4-16,0-3 2 0,-11-9-7 15,-34-8-4 1,5-19-11-16,6-12 1 16,-6-15-2-16,0-14-4 0,6-14 0 15,4-11 0-15,1-9-25 16,0 0-60-16,-11-2-15 16,14-34-47-1,2-16-84-15</inkml:trace>
  <inkml:trace contextRef="#ctx0" brushRef="#br0" timeOffset="118580.46">43003 14584 617 0,'0'0'86'0,"0"0"-2"0,0 0 23 16,0 0-37-16,0 0-7 15,69-156-32 1,-24 150-14-16,3 6-9 16,-9 0 3-16,6 6-4 0,-5 34-2 15,0 8 2-15,-5 12 3 16,-17 12 0-16,-13 3-3 16,-5-3 11-16,0-5-3 15,0-22-8-15,0-15 3 16,0-12 4-16,0-15-9 15,0-3 11-15,0 0 10 16,0-19 35-16,0-22-36 0,22-22-15 16,17-10-10-16,15-5 1 15,-9-3 0 1,5 8-2-16,3 19-4 0,-18 12-6 16,-1 15-17-16,-18 15-12 15,-11 12-9 1,-5 0-31-16,0 6-103 0,-26 25 53 15,-48 2-86-15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3-09T08:19:17.072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24849 16263 384 0,'0'0'108'0,"0"0"-68"0,0 0 22 0,0 0 2 0,0 0-38 0,0 0-9 16,0 0 11-16,0 0-5 16,0 0 1-16,0 0 0 15,-6 0-7-15,6 0 4 16,0 0-7-16,-5 0-3 15,5 0-4-15,0 0-4 16,-13 0 3-16,7 0 6 16,-10 0-6-16,-7 0-4 0,-1 0-2 15,-8 4 0-15,-3 1 0 16,-12 1 2-16,1 6 3 16,-9 0-4-16,-4-3 1 15,-4 7-1-15,-6-5-1 16,2 5 2-16,-7-1-1 15,0 3-1-15,-8-1-2 16,-3 4 2-16,0 0 5 16,-8 1-4-16,8 2 0 15,0 0-1-15,-8-3 2 16,8-3-1-16,-2 0 0 16,2-3 1-16,0 0 0 0,-3 0 1 15,3-3-1 1,1 1 4-16,-4 1-3 0,3-1 3 15,0-5-3-15,-2 1-1 16,2 3-1-16,0-2 5 16,3 5-4-16,7-1 0 15,-4 1 0-15,10 1-2 16,8-1 4-16,2 2-3 16,4-1 2-1,7-4-2-15,3-1 1 0,5-1 0 16,11-1 1-16,-6 0-3 15,6-3 2-15,2 3-2 16,-2-3 0-16,5 3 1 16,-10 0 0-16,7 0 4 0,-12 6-4 15,-4-3 3-15,9 0-1 16,2 0 1-16,-11-2 4 16,22-5-4-16,-3 1-2 15,8-3 7-15,11 0-4 16,-3-3 1-16,-3 0-4 15,1 3 1-15,-9 0 1 16,-2 1-4-16,-3 1 0 16,8-2-1-16,-2 6 1 15,-4-3 2-15,4-2-2 16,-6 2 0-16,13-6 2 16,6 2 1-16,0-2-3 15,5 0 0-15,0 0-3 0,0 0-57 16,34 3-53-1,46-3 11-15,34 0-116 0</inkml:trace>
  <inkml:trace contextRef="#ctx0" brushRef="#br0" timeOffset="906.03">24676 16411 360 0,'0'0'161'0,"0"0"-135"0,0 0 2 0,0 0 28 0,0 0-43 0,0 0-11 15,-119 3 2 1,74 18 3-16,-8 0 9 16,2 0-2-16,-7 3-1 0,-3 3 2 15,-3 3-4-15,-10 3 3 16,-1 3-6-16,-9 0 4 15,-15 4-7-15,-4-1 1 16,-11 3 0-16,-6 3-2 16,-7 0 3-16,2 3-2 15,1 0-1 1,-4 0 1-16,-2 0-2 0,3 0 1 16,2 0-1-16,11 1 2 15,5-4-5-15,6-3 4 16,10-3-4-16,3 0 6 15,10-2-5-15,6-2 7 16,5-4-5-16,5-4 8 0,19-4-4 16,5-4 0-16,11-4-3 15,10-7-2 1,14-4-2-16,5-2 0 0,0-2 0 16,0 0 2-16,0 0-1 15,0 0 0-15,-5 0-1 16,5 0 7-16,0 0-7 15,0 0-3-15,0 0-19 16,0 0-33-16,0 0-17 0,34 0 12 16,25 0-81-1</inkml:trace>
  <inkml:trace contextRef="#ctx0" brushRef="#br0" timeOffset="1765.09">24997 16242 351 0,'0'0'117'0,"0"0"-94"0,0 0 15 0,0 0-4 0,0 0-5 0,0 0 4 0,-154 85-14 15,120-53 1-15,-6 1 5 0,0 6 12 16,0 1-8-1,1 5-9-15,-4 3 3 0,-2 6-5 16,0-6-10-16,0 4 1 16,-8-5 8-16,8 1-5 15,-6 0 0-15,-2 1 0 16,-3-1-2-16,-7 3-1 16,-6 0 1-1,0 3 5-15,8 4-7 0,-8-4 3 16,5 0-7-16,6-3 2 15,2-3 1-15,11 0-4 16,-3-6 1-16,8-3 0 16,11-3-1-16,3-3-2 15,7-8 2-15,3-4-1 0,3-6-1 16,8-3 3-16,-1-3-4 16,1 0 1-16,5-3-1 15,0-3-1-15,0 0-3 16,0-3-22-1,0 0-13-15,0 0-36 0,24-9-24 16,21-24-98-16,0-12-242 16</inkml:trace>
  <inkml:trace contextRef="#ctx0" brushRef="#br0" timeOffset="2755.14">24912 16452 468 0,'0'0'108'0,"0"0"-76"0,0 0 19 0,0 0 28 0,0 0-31 0,0 0-36 16,0 0-12-16,0-54 0 0,0 54-6 15,0 27 6-15,0 19 6 16,0 11 5-16,0 12 1 16,0 10 12-16,0 8-10 15,11 6 7-15,-11 9-8 16,10 12-8-16,-4 7 8 16,2 2-9-16,-3 1 1 15,0-4 2-15,6-3 1 16,2 3 3-16,-7 0-1 0,4 1 0 15,1 3-5 1,-11-14 5-16,5-4-4 16,3-13 3-16,-8-12 3 0,5-12-4 15,-5-11 3-15,6-8-6 16,-6-10-4-16,0-16 4 16,5-3-3-16,-5-12-2 15,0-6 0-15,0-3-2 16,0 0-26-16,0-15-12 15,-24-21-92-15,-8-21 4 16,3-9-159-16</inkml:trace>
  <inkml:trace contextRef="#ctx0" brushRef="#br0" timeOffset="3794.8">24963 16224 500 0,'0'0'36'0,"0"0"-11"0,0 0 24 0,0 0-14 0,0 0-9 0,-229 166-10 15,176-112 6-15,-2 0-4 16,-14 6 1-16,-6 0 3 16,-4 0-9-16,-9 4 7 15,-7-5-9-15,-3 5 7 16,-6 5-6-16,3 1 0 0,-2-2 2 15,-6 7-4 1,0 0-5-16,0 1 6 0,-5-1 2 16,-5-6-1-16,2-3-7 15,8-3 0-15,-5-3-3 16,13-2 2-16,3-10-2 16,5 0 0-16,8-5 1 15,6-1-2-15,-1-3 1 16,1-3 1-16,-9 0-2 15,9 3-1-15,4 0 0 16,1-3 0-16,5 0 4 16,5-3 2-16,9-8-6 15,9-2 5-15,12-8-2 0,5-3-1 16,5 0-2 0,13-5 0-16,1-5 2 15,-4 4 0-15,-2 0-2 0,-2 3-2 16,-3 1 2-16,-3 2 3 15,-5-1-3-15,-6 5-1 16,9-7 1-16,2 3 1 16,8-6-1-16,3 3-4 15,2-3 4-15,6 0 0 16,-9 3 0-16,4 0 1 16,-6 0-1-16,-3 3 0 15,9-3 0-15,4-3 2 16,1-3-3-16,5-3 1 15,0 0-11-15,0 0-8 0,0 0-12 16,0 0-15 0,0 0-11-16,40 0 22 0,21-12-46 15,8-12-103-15,0-9-306 16</inkml:trace>
  <inkml:trace contextRef="#ctx0" brushRef="#br0" timeOffset="4789.5">24676 16311 339 0,'0'0'93'0,"0"0"-84"0,0 0 25 0,0 0 16 0,0 0-7 0,0 0-9 0,-74 118 8 0,58-85 2 15,-3 0-16-15,-2 6 4 16,-8 6-8-16,0 0 5 16,0 3-10-16,-6 4-2 15,3-4 1-15,-10 3-1 16,-3 3-6-16,0 6 2 16,-1 3 1-16,-7 3-2 15,-2 7-3-15,-4 2-4 0,4 6 4 16,-4-3-5-1,3 3-1-15,-2 1 2 0,0-1-3 16,2-3 0-16,-2-3-1 16,2 0 0-16,-3-3-1 15,4-3 1 1,2 1 1-16,2-10-1 0,-2-3-1 16,8-3 2-16,0-2-2 15,5-7 0-15,0-3 1 16,6-9 0-16,10-6 0 15,3 0-1-15,2-6 0 16,3 0 0-16,3-6 1 16,2 0-1-16,6 0-1 15,0-3 1-15,5-3 1 0,0-3 0 16,0-2-1 0,0-4 0-16,0 2 0 0,0 1-1 15,0 6-4 1,-5 0-9-16,-3 3-3 15,2 1 1-15,-4-5-11 16,4 1-17-16,1-5 6 0,5-2 4 16,0-2-23-16,0 0-20 15,0 0-21-15,0-27-398 16</inkml:trace>
  <inkml:trace contextRef="#ctx0" brushRef="#br0" timeOffset="5736.53">24711 16327 410 0,'0'0'99'0,"0"0"-64"0,0 0 25 0,-160 162-22 0,102-105-3 0,2 6-8 0,-7 0-4 16,-1 3-1-16,-5 1 7 15,3-1-6-15,-9 0-6 16,-7 9 3-16,-3 6-3 0,-13 13-7 16,-11 8-2-1,3 9-3-15,-16 0 0 0,13-8-4 16,6-10 3 0,7-15-4-16,17-8 1 15,4-10-1-15,6-6 3 0,0-3-2 16,-5-3 4-16,-6 0-1 15,-7-2 2-15,-3-2-3 16,10 4 4-16,-7 1 5 16,7-1-9-1,6 0 6-15,10 3-2 0,8-3 1 16,3-2-5-16,8-5 0 16,5-1 0-16,6-1-3 0,-1-1 1 15,1 5 1 1,7-1-1-16,-2 0 1 15,-5 3-1-15,-6 0 1 16,0 6-2-16,-13-2 0 0,8 1 2 16,-6-2 0-16,4-8-2 15,7-13 0-15,5-6 0 16,14-12 1-16,3-3 0 16,2-3-1-16,16-3-7 15,-6 0-20-15,6 0-11 16,0-21-93-16,0-15-72 15,0-6-111-15</inkml:trace>
  <inkml:trace contextRef="#ctx0" brushRef="#br0" timeOffset="6828.95">25300 16113 526 0,'0'0'68'0,"0"0"-62"0,0 0 33 0,0 0 11 0,0 0-29 0,-136 171 5 0,78-119-7 16,-6 2 4-16,-10 0 1 15,0 0 8-15,-11 0-1 16,5 3-17-16,-13-3 10 16,3 3-11-16,-13-3-2 15,-11 4 1-15,-1 5-5 16,1 0 1-16,-2 3 4 15,9 3-10-15,-1 6 1 16,-14 4 0-16,7-1 1 0,-4-3-1 16,5-8 0-16,0-5-1 15,5-1 3-15,6-1-3 16,-1 0 2-16,6-3 1 16,13 0-3-16,-5 1 1 15,8 2 0-15,2 3-3 16,-5-3 4-16,0 0-3 15,3-2 1-15,-3-4 0 16,5-6-2-16,6-7 1 16,-5-1 1-16,4-7 3 15,1 0-5-15,-14-3 0 16,-2 3-1-16,-3-6 1 0,3 6 2 16,3-6 0-16,2 4-4 15,5 2 4 1,0-4-5-16,6 4 3 0,5 1 0 15,11-1 1-15,13-6 0 16,0 3 0-16,10 0-1 16,6-3-2-16,8 6 1 15,-3 0 2-15,5 3 5 16,3 3-2-16,0-2 0 16,3-1 2-16,8-6-6 15,-1-6 0-15,-4-6 3 0,10-3-4 16,-8 0 5-16,8-3-4 15,-5-3 1-15,-1 3-1 16,1 3 0-16,0-3-4 16,-1 4 4-1,6-8 0-15,-8-2-29 0,8-3-7 16,0-3-9-16,0 0-36 16,8 0-19-16,43-21-42 15,12-24-231-15</inkml:trace>
  <inkml:trace contextRef="#ctx0" brushRef="#br0" timeOffset="7794.1">24769 16377 592 0,'0'0'31'0,"0"0"-9"0,0 0 34 0,-143 202-26 0,108-130-15 0,1 9-3 0,-1 4 3 0,-10 2-8 0,-8 15 10 15,3 4 3-15,-1 8 7 16,-7-3-9-16,7 0-6 16,-2-5 12-16,3-4-13 15,-3 6-4-15,2 0-3 16,1 1 0-16,-8 2-2 15,2-3 1-15,-8-2 0 0,-10-4 1 16,5 0-4-16,-5-6 2 16,5-2 1-16,0-1-1 15,0-3 0-15,13 3 0 16,-8 4-2-16,14-4 0 16,-14 0 1-16,6-3-1 15,2 6 0-15,-8 4 1 16,9-1 1-16,-9-6 0 15,11-5 1-15,-3-7-3 16,11-6 1-16,11-9 0 16,4-8-1-16,1-14 0 0,13-7 0 15,-2-8 2-15,-3-4-1 16,2-4-2 0,-2 3 1-16,-3-3 0 15,0 3 6-15,8 3-6 0,-8 3-2 16,3 3 2-16,-3 0 2 15,6-3-1-15,2-3-1 16,10-6 0 0,1-11 0-16,5-8-4 0,0-2-40 15,0-2-50-15,45-38-32 16,0-26-280-16</inkml:trace>
  <inkml:trace contextRef="#ctx0" brushRef="#br0" timeOffset="8881.26">24963 16263 480 0,'0'0'66'0,"0"0"-40"0,0 0 38 0,-45 175-14 0,39-103-24 0,6 9-6 0,0 4 0 16,0-2-9-16,0 5 12 15,0 5-6-15,0 6-6 16,0 13-4-16,0 2 23 0,0 7-17 16,0 4 6-16,0-1 5 15,0-1-13-15,-24-3-4 16,-5-6-6-16,8 1 10 16,-8-10-7-1,5-5 0-15,-5-7 2 0,7-3 0 16,-1-6 3-16,1 4-3 15,-2-1 3-15,1 3 2 16,-12 6 2-16,3 6 1 16,-10-2-3-16,2-7-4 15,0-9-5-15,6-2 6 16,-1-5-4-16,1 5 2 16,-1 5 5-16,-5 3-11 0,1-6 10 15,-1 1-6 1,0-10-3-16,6-5 2 15,-1-5 0-15,6-5-2 16,2-2 0-16,3-4 2 0,-5 3-3 16,13 0 2-16,-8 1-2 15,3-4 1 1,-8 2-1-16,0-4 0 0,0-1 0 16,7-9 2-16,4-6-2 15,2-6 2-15,-3-3-2 16,9-6 0-16,-1 0 0 15,3-6 1-15,3 3 0 16,0 1-1-16,5-4 0 16,-6-1 0-16,6 5 3 0,0-5 0 15,0 1 0-15,0 4-1 16,0-7 3 0,0-3-5-16,0-3 0 0,0-6 2 15,0 0 0-15,0 0 4 16,0 0-6-1,0-6-40-15,0-30-32 0,0-16-49 16,0-17-50-16,0-18-237 16</inkml:trace>
  <inkml:trace contextRef="#ctx0" brushRef="#br0" timeOffset="10170.34">24734 16203 342 0,'0'0'120'16,"0"0"-108"-16,0 0 23 0,0 0-3 0,0 0-13 0,0 0 0 0,-92 85 12 15,52-50-2-15,-5 13 9 16,-6 4-7-1,-7 8-13-15,-11 9 14 0,0 9-10 16,-11 1-2-16,1 11-7 16,-6 3 4-16,-8 9 0 15,-3 12-8-15,-7 4 3 16,-6-1-3-16,-5-3-2 16,5-8-3-16,0-4 1 15,11-3-2-15,8 0 0 0,8-3 1 16,16-2 2-16,2 2-2 15,5 0 1-15,4-2-1 16,2 2 1-16,-8-6-2 16,-3 0 3-16,0-9-6 15,1-5 1-15,2-7 1 16,8-9-1-16,2-6 0 16,6 0 0-16,5-6-2 15,0 1 6-15,6-7-5 16,5 0 0-16,0-6 1 15,-1 0-1-15,1 0 0 16,-3-3-2-16,-2 0 4 16,-1 0-3-16,1 1 2 0,5-7 2 15,5-7-3 1,8 1 0-16,5 1 0 0,-2 2 0 16,2 3-2-1,6 9 2-15,0 6 0 0,-9 4 0 16,4 4 0-1,-6-2 0-15,-3 1 2 0,3-5 0 16,-2 2-2-16,2-7 12 16,-8-3-5-16,0 0-1 15,3 0-3-15,-19-3-1 16,6-2-1-16,-6-1 0 16,0-1 4-16,6 2-4 15,-14-2-1-15,8 2 2 16,0-1-2-16,0 0 0 15,6-6 0-15,13-3 0 0,2-6-2 16,9-3-5-16,10-5-5 16,0-5-18-16,0-2-27 15,0 0-27 1,0 0-21-16,15-24-83 0</inkml:trace>
  <inkml:trace contextRef="#ctx0" brushRef="#br0" timeOffset="11312.54">24883 16344 92 0,'0'0'407'0,"0"0"-345"0,-109 202-20 0,75-118-1 0,-1 4-8 0,1 1-17 0,-6 2-3 15,0 2-3-15,-10 9-2 16,-9 4 9-16,1 2-3 16,-3 0-1-16,3 4 4 15,2-4-4-15,-8 6 2 16,-5 7 1-16,0 8 1 15,-10 1 0-15,4-1-9 16,-4-9-2-16,4-9 5 0,6-6-7 16,0-5 0-16,-5-1-2 15,0-6 1-15,-6 1-1 16,1-5 1-16,-4-1 0 16,-1-4-2-16,4 0 2 15,0-3-3-15,6 4 5 16,0 2-3-16,5 0-2 15,0 0 4-15,5-6-3 16,3-2-1-16,3-4 0 16,13-6 1-16,5-3 0 15,11-2 1-15,-1-1-2 16,1-6 1-16,8 6-1 16,-3-3 6-16,-5 0-5 0,2 4 2 15,4-10-1-15,-1 0 1 31,2-6-2-31,4 3 1 0,2-3 1 0,3 0 4 16,-3-2-3-16,5-4 0 16,-7-3-1-16,2 3 2 15,2-3-1-15,9-3 1 16,0-3 1 0,5 0-2-16,0 0 0 0,0 6 5 15,0-6 1-15,0 3-8 16,0-3 0-16,0-2 0 0,0-10-2 15,0-6 0 1,0-3 0-16,-6-12 0 0,6 2 4 16,0-2-2-16,-5 0-2 15,0 0 0-15,-14-17-7 16,3-26-83 0,3-17-64-16,2-18-101 0</inkml:trace>
  <inkml:trace contextRef="#ctx0" brushRef="#br0" timeOffset="13270.78">24968 16110 447 0,'0'0'54'0,"0"0"19"0,0 0-5 0,0 0 6 0,0 0-48 0,0 0 11 0,-35-27 1 0,35 27-7 16,0 0-9-16,0 0 9 16,0 0-12-16,0 0-3 15,0 0-1-15,0-3-6 0,0 3 4 16,0 0 1-1,0 0 5-15,0-3-4 0,0-4-2 16,40 1 1-16,13-2-10 16,3 2-2-16,13-1 5 15,5 1-7-15,1 4 1 16,12-1 1-16,-2 0-1 16,0 0-1-16,3-7 4 15,2 2-3-15,-5-5-2 16,-3 1 2-16,-2 1 2 15,-1-5-3-15,1 4 1 16,-1 3-3-16,4 1 3 16,-9-5-1-16,0 5 5 15,-7-5-5-15,7 5 0 16,3-5-4-16,2 1 4 0,1 4 4 16,0-5-4-16,-6 1 1 15,0 0 0-15,-5-3-1 16,0 3-4-1,5 0 4-15,-10 0 0 0,-3 0 5 16,-3 0-5-16,-2 3 0 16,3 3-1-16,-1 0 1 15,-2 3 0-15,2-4 0 16,-8 5 0-16,9-1 0 16,-14-3-1-16,5 3 1 15,-5 0-3-15,9-1 3 16,-4-2-3-16,8-2 3 15,6-5-1-15,2 1-2 0,9 1 1 16,-6-1 1-16,5-1-4 16,-10 5-1-16,-6 2-1 15,-13 2-2-15,-10 4 1 16,-1 0-5 0,1-2 4-16,-1-2-6 0,6 1 6 15,-6 1 2 1,1 2-19-16,-14 0-6 0,-2 0-35 15,-14 0-17-15,-5 0 11 16,0 2-40-16,-5 11-104 16</inkml:trace>
  <inkml:trace contextRef="#ctx0" brushRef="#br0" timeOffset="14766.21">24968 16149 212 0,'0'0'73'0,"0"0"-25"0,0 0 13 0,0 0-14 0,0 0-26 0,0 0 9 0,-21 0 3 0,13 0-9 16,8 0-1-16,0 0-6 15,0 0-3-15,0 0 7 16,0 0 5-16,0 0-9 16,0 0 4-16,0 0-15 15,0 0 4-15,-6 0 5 16,1 0-4-16,5 0-7 16,-5 0 9-16,5 0-5 15,0 0-1-15,0 0 0 16,0 0-1-16,0 0-6 15,0 0 8-15,0 0-7 0,0 0 4 16,0 0 3-16,0 0 4 16,0 0-8-16,0 0 9 15,0 0-12-15,0 0 3 16,0-3-2-16,0 3 0 16,0 0-1-16,0 0-1 15,0 0-1-15,0-6-1 16,0 3 4-16,0-6-1 15,24-3-1-15,-3 0 4 16,19-3-4-16,0-4 5 16,13-1-5-16,2-1 0 0,-2-4-1 15,3 2 1 1,-3-2 1-16,-2 2 4 0,2-4-5 16,-3 2-2-16,8-2 1 15,-2 3 2-15,-5-3-2 16,12 3 2-16,-4-3 2 15,2 3-3-15,-3 0-1 16,0-3 1-16,3-1-2 16,3-1 0-1,5 2 1-15,0-4-2 0,0 1 3 16,-8 0 0-16,-3-2 1 16,-7 1-1-16,7 4 1 15,-7-3 0-15,7 2 0 16,6-1 0-16,-3-4-1 0,8 3 0 15,0 0 0-15,5 0 0 16,0 3-1-16,1-1-1 16,-1-2 2-1,0 3 0-15,-5 0-2 0,0 0 2 16,-13 3 1-16,-3 3 0 16,-13 3-1-16,0 0 0 15,-17 2 0-15,-7 8-1 16,-5-1-7-16,-11-1-21 15,0 8-32-15,0-4-38 16,0 3-56-16,-5 3-188 16</inkml:trace>
  <inkml:trace contextRef="#ctx0" brushRef="#br0" timeOffset="15781.15">24631 16305 301 0,'0'0'107'0,"0"0"-34"0,0 0-10 0,0 0-31 0,0 0-9 16,0 0-9-16,45-36-6 16,-26 28 24-16,-3 1-5 15,13-2-14-15,0-2 11 16,21-5-16-16,14-8 0 15,16-3-1-15,13-6-5 16,7 0 1-16,17-4-1 0,2 2-3 16,-4-1 2-16,-1-3-1 15,0-1 1-15,-5 1-1 16,-1 3 1-16,6-3 0 16,1 0-1-16,7-3 0 15,-3-3 0-15,0-1 0 16,9 4 0-16,-14 3-1 15,5 0 1-15,-5 3 0 16,-5 3 0-16,-5 3 0 16,10 0 0-16,-6 3 0 15,12-3 0-15,7 2 0 16,-2-4 0-16,8 2 0 0,2 0 0 16,3-3-1-16,5 0 2 15,0-1-2 1,-5-2 1-16,-2 0 0 15,-4 0-1-15,-12 0 2 0,-6 0-1 16,-5-3 0-16,-11-1 0 16,-13 5 0-16,2-2 0 15,-20 7 2-15,2 3-2 16,-6 3 0-16,-12 0 0 16,7 0 0-16,-7 3-1 15,-12-3 1-15,9 9-1 0,-27 0-1 16,3 0 2-1,-8 6-2-15,-3 2-17 16,-2 5-28-16,-11 2-13 0,0 0-45 16,0 0-246-16</inkml:trace>
  <inkml:trace contextRef="#ctx0" brushRef="#br0" timeOffset="16882.29">24671 16261 18 0,'0'0'35'0,"0"0"-2"0,0 0 12 0,0 0 5 0,0 0-20 0,0 0 6 0,0 0 17 16,0 0 16-16,0 0 9 16,0 0-9-16,0 0-13 15,0 0-15-15,0 0-24 16,0-10-1-16,5-5 3 15,14 0 4-15,-9-3-10 16,9-6-4-16,2 0-4 16,8-6-3-16,6-9 2 15,5-4-1-15,5-7 0 16,13-10-3-16,-2-7 0 16,13-11 0-16,5-12 0 15,0-13 0-15,6-1 3 0,13-5-4 16,5 4 2-1,-3 3-1-15,4-4 2 0,-1-2-2 16,-3-3 1-16,4 2-1 16,-9 4 3-1,13 9-3-15,-5 3 0 16,-2 2 1-16,-3 1 0 0,-3 3 0 16,-2-4-1-16,-4 4 0 15,-9 6 0-15,-1 3 1 16,-10 2 0-16,-9 10-1 15,4 1 0-15,-14 5 1 16,0 5-1-16,-10 4 2 16,4 6-2-16,-4-3 1 15,13 2-2-15,-3-2 2 16,0 3-1-16,0 3 1 0,-11 6-1 16,14 3 2-16,-16 6 3 15,-3 3-1-15,-5 9-1 16,-13 3 0-16,7 6-2 15,-12 3 0-15,4-3-1 16,9 0 0-16,-3-4-2 16,18-1 0-16,6-7-1 15,0-1-2-15,5 2 0 16,3-5 5-16,-14 1 0 16,1 4 0-16,-14 1 0 15,-3 7 0-15,-2 3 0 16,-10 4 0-16,-6 2-2 0,0 0-33 15,0 0-61-15,0 0 3 16,0 6-82 0</inkml:trace>
  <inkml:trace contextRef="#ctx0" brushRef="#br0" timeOffset="17868.39">24774 16161 277 0,'0'0'93'0,"0"0"-57"0,0 0 30 0,0 0-25 0,0 0-25 0,247-153-5 0,-167 105 12 0,10-4-13 16,8-8 0-16,16-3-6 15,13-6 2-15,3-6-4 16,14-7 3-16,-1-2-3 15,6-3 2-15,-11-3 3 16,-3-1 1-16,-2 1-4 16,5 0 9-16,5-3 18 15,0 0-21-15,11 0 3 16,-5-1-9-16,4 10 3 16,-9 3-4-16,-6 6 5 0,-8 0-4 15,-3 5-1 1,-7-5-1-16,-1 6-1 0,-5-1 1 15,-5 5-1 1,-11 5 1-16,0 5 1 16,-13 1-1-16,0 9 5 0,-5 6-2 15,2 2 4-15,-3 4-4 16,1 1-3-16,-6-1-1 16,1-1 0-16,-1-2 2 15,-5 3-2-15,0 0-1 16,-8-1-1-16,-3 7 1 15,-7 0 1-15,-4 6 0 16,-1 1 3-16,-7 1-4 16,1 4 2-16,-5 3-2 15,4-3 1-15,-4 1-1 0,-1-1 1 16,6-1-1 0,-5 5 0-16,-6-2 0 15,-13 4 0-15,-3-2-16 0,-13 7-39 16,0-2-59-16,-13 3-127 15</inkml:trace>
  <inkml:trace contextRef="#ctx0" brushRef="#br0" timeOffset="18941.09">24655 16070 193 0,'0'0'119'0,"0"0"-101"0,0 0 9 0,0 0-5 0,0 0-9 0,0 0-11 0,170-123-1 15,-141 96 2 1,5-8 0-16,-4-5 2 0,4-11-1 16,1-9 5-16,4-6-5 15,6-13 8-15,-5-5-11 16,19-3 5-16,-4-9 0 15,14-9-6-15,16-10 0 16,3-8 0-16,7-9 2 16,9 2 9-16,-1 4 14 15,-5 3 9-15,-7 5-5 16,7 1-4-16,-8-7-3 0,8 1 3 16,0-3-10-1,-7-7-6-15,12 4-4 0,1-3 0 16,10 6-4-16,-6 2 1 15,1 1-2-15,0 5 2 16,-19 8 1-16,8-5-3 16,-13 4 0-16,-10-1 0 15,4-5 0-15,3 3 0 16,-7 5 0-16,4 11 1 16,-10 4-1-1,0 13 0-15,-2 3 1 0,-9 3 1 0,-13 5 8 16,0 7-2-1,-10 6-1-15,-11 6 2 0,0 6-2 16,2-1-3-16,-2 2 8 16,10-5 2-16,1 5 0 15,-1-2 9-15,-4 4 2 16,-9 9-9-16,-3 0 2 16,-2 6-2-16,-5 0-10 15,2 3 2-15,-2 3-2 16,-1 2-5-16,4 7 2 15,-9 1 0-15,-5 5-2 16,5 2-1-16,-5 2-3 16,6 2-4-16,-1 0-31 15,-5 0-12-15,0 0-26 0,5 0-21 16,-5 0-38-16,0 12-313 16</inkml:trace>
  <inkml:trace contextRef="#ctx0" brushRef="#br0" timeOffset="19926.29">25180 16083 285 0,'0'0'221'0,"0"0"-198"0,0 0 23 0,0 0 0 0,0 0-46 0,0 0 0 0,104-88 7 0,-35 40-4 15,10-12 3-15,12-9-6 16,12-15 0-16,6-16 0 16,18-10 2-16,3-14 0 15,19-5 0-15,-1-4-2 16,1-11 0-16,13-3 3 15,-8 0-1-15,0 4 0 16,-1 6 3-16,-4-2-3 16,-6-2 0-16,-10-4 1 15,-8 7-2-15,2-1 0 16,-18 1-1-16,0 6 0 0,-14 2 1 16,-2 5-1-16,-8 7 1 15,0 10 4-15,2 2-5 16,-2 13 6-16,-5 3 2 15,-6 3 1-15,-5 0-4 16,0 14-3-16,0 1 0 16,-5 9 2-16,-3 9-1 15,-3-3-1 1,-2 5 2-16,-3 8-4 0,-8 1 1 16,-5 7 0-16,0 3-1 15,-6 0-2-15,6 3 2 16,-5-3 5-16,-1 6-5 15,0-4 0-15,-4 4 0 0,-1 4-2 16,-8 1 1-16,-2 7-1 16,-9 7-7-16,-4 4-57 15,-1 4-27-15,-5 0-100 16</inkml:trace>
  <inkml:trace contextRef="#ctx0" brushRef="#br0" timeOffset="20858.95">25082 16158 151 0,'0'0'93'0,"0"0"-68"0,292-84 4 0,-143 30-16 0,18-12-13 0,16-13-12 15,5-11 12-15,6-13 15 16,13-5 23-16,10-6 10 16,12 0-16-16,-1 0 10 15,3-3-8-15,-9-4-15 16,-7-9 6-16,-8 7-4 16,-5 0-7-16,-14 8 7 15,-5 7-8-15,-13 3-6 16,-8 3 6-16,-13 0 1 0,-14 2-11 15,-13 7 2-15,-3 6-1 16,-15 3 11 0,5 8 0-16,-6 1 3 15,6 3-9-15,5 0 9 0,6-6-12 16,-6 3 8-16,0-1-9 16,-11 4 5-16,-13 3 6 15,-2 2 3-15,-19 7 6 16,5 3-9-16,-5 3-1 15,-8 3 0-15,3 0-6 16,-6 6-4-16,-2 0 3 16,-16 9-5-16,0 3-2 0,-11 6 5 15,-5 6-6 1,-8 5 1-16,-6 5-1 0,-10 7 0 16,0 2-3-16,0 2-28 15,0 0-40-15,0 0-13 16,0 14 19-1,-5 16-12-15,-45 3-87 0</inkml:trace>
  <inkml:trace contextRef="#ctx0" brushRef="#br0" timeOffset="21744.65">26531 15584 377 0,'0'0'20'0,"0"0"-13"0,395-130 2 0,-201 76 8 0,10-9-8 0,32-9-7 0,3-3-1 16,13-6 2-16,0-1 1 0,-5-2 20 15,-14-7 2-15,-10 4 3 16,-5 0-3-16,-11 9 5 15,-8 2-5-15,8 11-7 0,-8 1-3 16,8 8 3 0,-19-2-7-16,-10 7-7 0,-19-4-3 15,-10 7 7-15,-11 1-3 16,-6 1 3 0,-2 4 2-16,-10-3 6 0,-6 3-4 15,3 3-1-15,-17-3-5 16,4 0-3-16,-1 3-1 15,-10 6-3-15,-2 0 0 16,-17-1 0 0,-5 7-3-16,-6 3-4 0,-12 0-1 15,-11 0 1-15,-1 3 1 16,-4 0-6-16,-6 0 6 16,0-1-11-16,-2 5-10 15,-3 2-18-15,0 0-26 16,-14 2-54-16,-10 5-173 15</inkml:trace>
  <inkml:trace contextRef="#ctx0" brushRef="#br0" timeOffset="22853.35">25398 15827 288 0,'0'0'91'0,"0"0"-75"0,0 0 26 0,0 0-10 0,0 0-15 0,390-99-12 0,-260 59-3 16,18-10 1-16,14-10-1 16,19-10-2-16,26-11 0 15,26-6 2-15,14-3 0 0,16-3-1 16,2-7-1-16,-8-2 13 15,1-1 2 1,-14 1 6-16,-8 6-12 0,-13 9-4 16,-19 9 4-16,-2 3-7 15,-19 2-2-15,0-2-1 16,5 3-6-16,-5-3 5 16,1 6-12-16,-1 5-1 15,-24 8 5-15,-21 4 7 16,-14 4 0-1,-20 3-1-15,-1-1 1 0,-4-2 3 16,-4 3 1-16,14-3-1 16,-6-6-1-16,1 0-8 15,-9-4-5-15,-7 4 2 16,-3 4 8-16,-6 2 4 0,-4 2 3 16,-6 7 1-16,0 3 0 15,-11 3 4-15,-7 3 0 16,7-6 2-16,-2 3-7 15,2-4 0-15,-2 4 0 16,-3 4 1-16,-8 4-1 16,0 2-1-16,-16 2-1 15,-5 2 3-15,-8 4-2 16,-5 3-2-16,-11 4 0 16,5 1-6-1,-5 4 2-15,0 0-31 0,0 3-9 16,0 0-60-16,8 0-241 0</inkml:trace>
  <inkml:trace contextRef="#ctx0" brushRef="#br0" timeOffset="31962.5">3959 4614 628 0,'0'0'129'0,"0"0"-34"0,0 0-14 0,0 0 4 16,0 0-42-16,0 0-21 15,0 0-15-15,13-33-2 16,8 33-3-16,24 0-2 16,24-4 9-16,30 4-1 0,15-2-8 15,18 2 2-15,12-4-1 16,9 2 1-16,1-2-2 15,6-2 1-15,-4-3 2 16,-15 1-3-16,-19 2 2 16,-32 2-1-16,-26 2-1 15,-35-2 0-15,-13 4-1 16,-16 0 1-16,0-3 0 16,0 3-5-16,0 0-2 15,0 0-5-15,-21 0-5 16,-32 0 4-16,-16 0-3 15,-16 0 2-15,-8 3 1 16,-3 7 12-16,-7 2 1 0,-6-1 0 16,11 1 1-16,-3 1-2 15,3 1 2-15,5-1-1 16,8 1 2 0,11-1-1-16,5-1 0 0,13-3-1 15,8 3 0-15,8-3 1 16,14 0-1-16,7-3 0 15,9 0-1-15,4-3 1 16,6 0-3 0,0 3 3-16,0 0-7 0,0-3 7 15,46 0 2-15,28-3 0 16,11 0 3-16,18 0-2 16,11 0 2-16,0-9 0 15,0-15-2-15,-15 0 3 0,-14 6-5 16,-32 3 2-16,-24 5-2 15,-24 8 0-15,-5-2 4 16,0 4-2-16,0 0-2 16,0-2 0-16,-29 2-1 15,-24-3-4-15,-8 3 1 16,-13 0 0-16,-6 0 3 16,-2 0 0-16,-3 0 2 15,11 0 1-15,-6 0-3 16,6 0 0-16,-1 0 0 15,6 0 0-15,6 0 1 16,12 5 0-16,11 1-1 0,11-2 1 16,19-1-1-16,2-3 0 15,8 0 0-15,0 0 0 16,0 0-2-16,0 0-3 16,0 3 1-16,8 3 3 15,37-1 1-15,18 1 4 16,22 4-2-16,6-4 4 15,7-3-6-15,11-1 1 16,-6-2 1-16,0 4 0 16,-12-1 0-16,-17 0-1 15,-10 0-1-15,-19 0 1 16,-16 0-1-16,-13-3 0 0,-3 3 0 16,-8-3 0-16,-5 0 2 15,0 0-2 1,0 0 0-16,0 0-5 0,0 0 3 15,-39 0 0-15,-20 0 4 16,-15-6-1 0,-11-6-1-16,-2 6 0 15,2 0-1-15,0 3 1 0,-3 3-2 16,3 0 3-16,0 0-1 16,11 0 3-16,5 0-3 15,5 11 0-15,14 2 0 16,15-7-1-16,12 3 2 15,12-6 0-15,6 3-1 16,-1-3 0-16,6-3-2 16,0 3 0-16,0-3 0 0,0 3-1 15,6 0 3-15,33 3 0 16,36-3 6-16,23-3-3 16,21 0-3-16,25 0 8 15,9 0-6-15,25 0-1 16,0-12 1-16,-13-6-1 15,-12 3 0 1,-20 0 0-16,-29 0 2 0,-35 3-2 16,-30 6-1-1,-23 3 1-15,-10 0 0 0,-6 3 1 16,0 0 1-16,0-3-3 16,0 3-5-16,0 0-13 15,-22 0-59-15,-31 0-65 0,-16 0-79 16</inkml:trace>
  <inkml:trace contextRef="#ctx0" brushRef="#br0" timeOffset="34557.82">4309 5781 753 0,'0'0'112'0,"0"0"-38"0,0 0 25 0,0 0-63 0,0 0-36 0,0 0-12 0,0 3 9 16,21 45 2-16,-7 9 1 15,1 12 8-15,4 9 4 0,-8 7 1 16,-1 5 5 0,9 0 2-16,-9 6 2 15,9 0-2-15,-14-5-7 0,1-1-7 16,-6-9-1-16,0-5-2 16,0-11-2-16,0-10 2 15,0-13-1 1,0-18-2-16,0-9 0 0,0-12-5 15,-6-3-37-15,-7 0 1 16,-3 0 6-16,-2-30-64 16,2-6-81-16,5-12-49 15,11-10-344-15</inkml:trace>
  <inkml:trace contextRef="#ctx0" brushRef="#br0" timeOffset="34938.42">4933 6208 595 0,'0'0'142'0,"0"0"-76"16,0 0-6 0,0 0-39-16,0 0-17 0,0 0 11 15,-109 123 1-15,50-69 7 16,4 0 3-16,-4 0 8 15,9-2-8-15,2-10 2 16,8-9-5-16,19-9-7 0,3-6-11 16,7-6 1-16,11-6-1 15,0-6-2-15,0 0-3 16,0 0 1-16,0 0-1 16,0 0 0-16,29 4 5 15,22-4 9-15,12 0-9 16,11 0-2-16,11 2 2 15,3 4-4-15,-8 0 1 16,-11 3-2-16,-8 3-5 16,-3 0-20-16,-13 1-24 0,0 2-15 15,-10-3-10 1,4-4-26-16,-4-5 0 16,5-3-88-16</inkml:trace>
  <inkml:trace contextRef="#ctx0" brushRef="#br0" timeOffset="35215.44">5978 6343 872 0,'0'0'108'0,"0"0"-32"0,0 0 6 0,0 0-78 0,0 0-3 0,0 0-2 0,310-69 1 0,-225 54-21 0,-10 3-16 16,-12 0-3-16,-12 3-48 0,-22 3 11 16,-5 6-24-16,-19 0-29 15,-5 0-35-15,0 0-189 16</inkml:trace>
  <inkml:trace contextRef="#ctx0" brushRef="#br0" timeOffset="35456.14">6100 6605 498 0,'0'0'115'0,"0"0"-31"0,0 0 22 16,0 0-7-16,0 0-62 15,0 0-6-15,16 3 8 16,48-9-16-16,10-12-10 16,6 0-5-16,-6-1-8 15,-5 2 0-15,0-1-61 16,0-1-37-16,-3-2-52 16,-2 1-45-16</inkml:trace>
  <inkml:trace contextRef="#ctx0" brushRef="#br0" timeOffset="35947.4">7294 5979 625 0,'0'0'171'16,"0"0"-67"-16,0 0-20 0,0 0 5 15,0 0-86-15,0 0-3 16,0-5-7-16,11 37 6 15,-11 11 1-15,8 1 4 16,-8 5-1-16,0-1 8 16,5-6-9-16,-5-3 5 15,11-9-4-15,-6-9 1 16,0-6-4-16,0-9 3 0,3-6-2 16,-8 0 2-1,11 0 0-15,5 0 5 16,13 0 10-16,6-18-6 0,18-3-4 15,-3 0-1-15,6 3-6 16,2 0 0 0,1 6-2-16,-4 0-1 0,-10 9 1 15,8 3 0 1,-7 0 1-16,-7 0-5 0,1 6 2 16,-11 21 0-16,-5 3-5 15,-8 6 7-15,-11 3 2 16,-5 3-1-16,0 1 5 15,0-1 5-15,-45-3-6 0,-5-6 3 16,2-6-2 0,-13-3-2-16,-3-6-2 15,1-6-1-15,-6-6 0 0,8-6-18 16,-8 0-45-16,10-21-37 16,14-24-53-16,6-9-132 15</inkml:trace>
  <inkml:trace contextRef="#ctx0" brushRef="#br0" timeOffset="36212.43">7254 5991 566 0,'0'0'159'16,"0"0"-38"-16,0 0-20 0,0 0-16 0,0 0-80 0,0 0-1 0,64-39-2 0,16 24 1 0,10-3-3 0,3 0-31 0,-3-3-37 16,3-3-28-16,-14 0-47 15,-15 0-80-15</inkml:trace>
  <inkml:trace contextRef="#ctx0" brushRef="#br0" timeOffset="38441.46">8294 5348 563 0,'0'0'59'0,"0"0"18"0,0 0 1 0,0 0-37 0,0 0-15 0,0 0-13 0,-169-52-8 15,121 52 7-15,-3-3 3 16,1 3-5-16,-19 0 8 16,-11 0-3-16,-18 0 2 15,-16 7-6-15,-19 13-7 16,-5 5 7-16,-10 2-3 15,7 0-4-15,-10 0 3 16,16 3 4-16,7-3-2 16,9-6-4-16,10 3-4 15,0-3 3-15,1-3 2 16,-1 1-4-16,5-8 3 16,3-1-4-16,3-8 5 15,5-2 0-15,3 0-5 0,5 0 10 16,-2 0-3-16,2 0-6 15,5 0-1-15,1 0 2 16,4 0-3-16,1 0 3 16,0 0-2-16,-9 0 0 15,4 4-1-15,-1 2 0 16,1-1 1-16,-1 1-1 16,-2-2 1-16,2 2-1 15,6 2 0-15,5-2 0 16,13 1 0-16,-2-1 1 0,7 0-1 15,6-4-1 1,-2 2 1-16,1-1 1 0,17-3 1 16,8 0-2-1,-8 0 2-15,10 0 3 16,3 0-1-16,6 0-2 0,-3 0 12 16,7 0-10-16,1 0 0 15,0 0 8-15,-1 0 5 16,6 0-12-16,-5 0 3 15,-3 0-8-15,3 0-6 16,-1 20 0-16,-10 14 3 16,3 7 2-16,3 11-2 15,4 8 3-15,6 6 3 16,0 7-2-16,0 2-1 0,0 0 2 16,24 3 1-16,3-3 1 15,-3 4-1-15,5-2-2 16,-3-1 2-16,-7-1-1 15,5 0-2-15,-8-2 1 16,2-1 0-16,-7 3-1 16,-6 0 1-16,-5-3 2 15,5 1 0-15,1-4-1 16,7-3 4-16,3-3-3 16,-5 3-1-16,12 3-1 15,-7 1 2-15,3-8-3 16,5-8 1-16,-14-11-1 15,6-13 1-15,-2-12 0 16,-9-6 0-16,-5-9 0 0,5-3 4 16,-5 0-3-16,6 0 0 15,-6 0 3-15,5 0-3 16,0 0-2-16,-5 0 0 16,8 0 0-16,8 0 2 15,13-6 2-15,16-6 8 16,14-9-8-16,20 0-2 15,12-6 1-15,17 0-3 16,20-6 0 0,15-1 0-16,11 1 3 0,24-2-2 15,15 1-1-15,20 1-1 0,4 3 1 16,6 0 2-16,0 0-2 16,-19 9 1-16,-2 0 0 15,-19 6-1-15,-13 6 1 16,-8 0-1-16,-19 6 0 15,-8-7 0-15,-7 8-1 16,-14-4 1-16,-11 6-3 16,-13-3 4-16,3 3-2 15,-24 0 1-15,-2 0-1 16,-4 0-4-16,-23 0 5 16,0 0 0-16,-6 0 1 15,-10 0-1-15,0 0 1 16,-3 0-1-16,-2 0-1 15,-3 0 1-15,2 0 3 0,-2 0-3 16,3 0 1-16,-14 0 0 16,1 0-1-16,-1 0 0 15,-5 0 1-15,0 0-1 16,0 0 1 0,0 0 1-16,0-10 4 0,0-7-1 15,5-5-5-15,-5-5 0 16,0-6 0-16,0-5-1 15,0-11 1-15,0-5 0 16,0-6 2-16,0-7-2 16,-10-8 1-16,-1-12-2 0,-8-3 2 15,9-9-1 1,-4-1 1-16,4 1 0 0,-1 3-1 16,6 5 0-16,-8 8 1 15,2 2 0 1,-5 8 9-16,-2 7-2 0,-6 8-2 15,2 14 4-15,-1 1-6 16,1 11 3-16,4 4 1 16,2 7-8-16,3 10 3 15,-3 5-1-15,10 2-2 16,6 4-3-16,-5 0 1 16,5 0 0-16,0 0 0 15,0 0-2-15,0-2-1 16,0 2 3-16,0 0 2 15,0 0-1-15,0 0 3 0,0 0 3 16,0-4-3-16,0 1-1 16,0 0 3-16,0 0 0 15,0 0-2-15,0 0-1 16,0 3 3-16,0-2 0 16,0 2-3-16,0 0 2 15,0 0-1-15,0 0-2 16,0 0-1-16,0-4 0 15,0 1 2-15,0 3 3 16,0 0-1-16,0-3 1 16,0 3 0-16,0 0-3 15,0 0-1-15,0 0 0 0,0 0 0 16,0 0 1 0,0 0-2-16,0-3 1 0,0 3-1 15,0-3 1-15,0 3 0 16,0 0 0-16,0 0-1 15,0 0-1-15,0 0 2 16,0 0-6-16,0 0-1 16,0 0-16-16,0 0-7 15,0 0-16-15,0 0-67 16,-8 0-71-16,-26 3-167 16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3-09T08:20:16.583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31511 5375 326 0,'0'0'356'0,"0"0"-297"0,0 0 39 0,0 0-15 0,0 0-8 0,0 0-39 0,0 0-2 15,0-88 12-15,0 86-19 16,0-4 7-16,0 2 2 16,0 4-8-16,0 0-2 15,0 0-12-15,0 0-10 16,0 6-4-16,0 25-11 16,0 13 11-16,8 16 2 0,3 10 0 15,-1 11 2 1,1 6 3-16,13 7-1 0,0 5 2 15,-3 3-2-15,8-2 0 16,0-4-3-16,0-9-1 16,-7-9-1-16,-4-9 2 15,-7-11-3-15,-6-14 1 16,-5-11 2-16,0-8-2 16,0-10 0-16,0-9 0 15,0-3-1-15,0-3-12 16,-5 0-21-16,-24 0-5 0,-11-24-35 15,5-7-55 1,14-5-54-16,3-5-69 0,12-5-329 16</inkml:trace>
  <inkml:trace contextRef="#ctx0" brushRef="#br0" timeOffset="458.2">31490 5594 546 0,'0'0'153'0,"0"0"-89"0,0 0 17 0,-5-165-14 0,15 117-31 0,30 2-21 16,0 2 4-16,5 1 7 16,3 10-2-16,-3 9-12 15,5 10-4-15,-10 7-3 16,13 7-5-16,3 0 0 16,7 30-2-16,6 18 2 15,-13 12 4-15,-13 10 5 16,-27 5-2-16,-16-6 4 15,0 3 4-15,-24-12 2 0,-43-5 3 16,-10-10-3-16,11-9-2 16,-3-12-3-1,11-9-7-15,7-9-3 16,6-6-1-16,11 0-2 0,4 0-42 16,20-21-61-16,10-6-94 15,0 0-146-15</inkml:trace>
  <inkml:trace contextRef="#ctx0" brushRef="#br0" timeOffset="989.82">33108 5233 727 0,'0'0'70'0,"0"0"7"0,0 0 19 0,0 0-22 0,0 0-29 0,0 0-27 0,-98-72-14 15,43 105-2-15,-20 21 0 16,-12 18 5-16,7 10 15 15,6 5 10-15,18 3-5 16,14 0-3-16,15 4-3 16,19-7-2-16,8 0-8 15,0-6-2-15,24-6-7 16,40-9 1-16,5-12 1 16,10-14-1-16,6-16-3 0,3-9-21 15,-3-15-44-15,-6 0-33 16,6 0-36-16,-3-33-49 15,-15-13-69-15</inkml:trace>
  <inkml:trace contextRef="#ctx0" brushRef="#br0" timeOffset="2519.44">33530 5744 599 0,'0'0'148'15,"0"0"-20"-15,0 0 0 16,0 0-42-16,0 0-55 15,0 0-29-15,0-29-2 0,0 71 0 16,0 18 11 0,0 9 7-16,0 3 7 0,8 6-12 15,-8-9-3-15,0-5-3 16,6-10-4 0,-6-15 1-16,0-15-3 0,0-12 4 15,0-9-5-15,0-3 5 16,0 0 6-16,0-27 1 15,0-21-8-15,0-19 1 16,0-8-3-16,0-3-2 16,15 3 0-16,9 12 1 15,-2 12 0-15,7 15-1 0,0 12-1 16,-5 11 0 0,-3 11-4-16,8 2 0 15,6 0 2-15,5 12 0 16,-1 27-1-16,-4 12 4 0,-1 9-2 15,-18 6 2-15,-2-2 0 16,-9-7 0-16,-5-12 0 16,0-9 1-16,0-12-1 15,0-12 1-15,0-9 1 16,0-3-1-16,0 0 8 16,0-21 6-16,0-24 1 15,5-12-14-15,24-13-1 16,1 1 1-16,4 3-2 15,-2 9 1-15,2 12-1 0,1 14 0 16,5 10-3 0,-11 9 3-16,0 10-1 15,-5 2-3-15,-3 0-6 16,3 8 7-16,-3 29-4 0,-2 14 3 16,-9 18 4-16,-4 6 2 15,-6 0 1-15,0-2-3 16,0-13 0-1,0-12-1-15,8-15-8 0,18-21-52 16,27-12-33-16,22-3 11 16,20-42-38-1,3-18-14-15,0-12 28 0,-13-4 54 16,-26 1 53-16,-14 15 19 0,-29 15 96 16,-16 17 9-16,0 10-27 15,0 13 5 1,0 4-41-16,-27 4-19 0,-15 0-41 15,-14 28-1-15,-8 17 9 16,-10 12 0-16,5 12 8 16,13-3 6-16,3 1-9 15,27-11-10-15,18-10-1 16,8-13 3-16,0-12-4 16,0-12-1-16,48-9 0 15,13 0 7-15,21-15 4 16,-3-27-12-16,1-10-1 15,-24-4-1-15,-3-2 1 0,-19 7 1 16,-5 9 0-16,-18 9 1 16,-6 15 5-16,1 12 13 15,-6 3 10-15,0 3-12 16,0 0-17 0,0 0-4-16,0 18-11 0,0 21 13 15,-6 13 2-15,-10-2 2 16,3-2-1-1,13-5-1-15,0-7 0 0,0-12 0 16,0-12 1-16,24-9-1 16,11-3-4-16,15-3 4 15,19-33 0-15,5-12-4 0,-10-13-5 16,-8-7 2-16,-16-11 3 16,-6-8-1-16,-10-6 4 15,-8-1 1-15,-8 4 1 16,-8 15-1-1,0 20 10-15,0 20 14 0,0 20-3 16,0 11-3 0,0 4-12-16,0 0-6 0,0 10-7 15,0 34-9-15,0 26 16 16,-8 11 0-16,-3 7 0 16,11 1 0-1,0 5 0-15,0-4 1 0,0-9-1 16,11-8 0-16,23-19 0 0,-5-12 0 15,6-18-2 1,-1-12 1-16,6-12-5 0,13 0-3 16,3-24 7-16,18-19-2 15,1-7-2-15,-6-8-3 16,-6-2 6-16,-18 6 2 16,-5 3 2-16,-16 9-1 15,-19 12 2-15,-5 6 8 16,0 11 13-1,0 7-11-15,0 4-2 0,0 2-6 16,-29 0-4-16,-11 0 0 16,-18 18 0-16,-3 15 1 0,-3 12 0 15,19 3 5-15,5 9-3 16,17 1 1-16,12-4-2 16,11 0-1-16,0-12 1 15,11-3-2 1,47-12 1-16,16-15-1 0,11-12-5 15,13 0-30-15,3-21-32 16,-8-22-79-16,-8-5-89 16,-16-6-113-16</inkml:trace>
  <inkml:trace contextRef="#ctx0" brushRef="#br0" timeOffset="2838.85">36470 5351 485 0,'0'0'396'0,"0"0"-297"0,0 0 9 0,0 0-12 0,0 0-78 0,0 0-18 0,0-33-5 0,59 69 5 0,4 12 2 15,6 15 3-15,-13 9-4 16,-11 10 6-16,-21 1-2 16,-13 5 5-16,-11-1 1 0,0-6-8 15,0-9-1-15,-27-9 2 16,-21-14-3 0,3-10 1-16,5-12-2 15,6-12-36-15,5-9-66 0,7-6-61 16,4-3-133-16</inkml:trace>
  <inkml:trace contextRef="#ctx0" brushRef="#br0" timeOffset="3210.71">38227 5862 672 0,'0'0'363'0,"0"0"-326"15,0 0 8-15,0 0-7 16,345-51-35-16,-205 36-1 16,-7 0-2-16,-19 3-23 15,-29-3-28-15,-16 5-41 16,-40 4-3-16,-18 4-15 0,-11 2-10 16,0 0-82-16,-40 0-208 15</inkml:trace>
  <inkml:trace contextRef="#ctx0" brushRef="#br0" timeOffset="3390.5">38272 6148 602 0,'0'0'123'16,"0"0"-6"-16,0 0-1 15,0 0-22-15,0 0-51 16,0 0-13-16,-40 27-8 15,109-27 6-15,29 0 1 0,22 0-23 16,12-16-6-16,17-7-38 16,5-10-117-1,-6-4-98-15</inkml:trace>
  <inkml:trace contextRef="#ctx0" brushRef="#br0" timeOffset="4597.89">41132 6115 357 0,'0'0'349'0,"0"0"-308"0,0 0 58 0,0 0 4 0,0 0-37 0,0 0-41 0,-101-43-3 16,101 43-8-16,0 0-3 0,0 0-7 15,0 0 3-15,27 0-1 16,60 4 18-16,43 4 26 16,53 1-17-16,46-3-11 15,28-6-11-15,24 0-5 16,16 0-4-16,6 0 0 15,7-8 2-15,-2-11-2 16,8 2 1-16,-30-2-3 0,-18 1-1 16,-39 3-2-16,-52 7 3 15,-33 1 0-15,-35 4 1 16,-41 3-1-16,-22 0-3 16,-23 0-12-16,-7 0-40 15,-16 0-36-15,0 12-24 31,0 9-30-31,-23-3-87 0</inkml:trace>
  <inkml:trace contextRef="#ctx0" brushRef="#br0" timeOffset="5357.22">42260 6848 593 0,'0'0'126'0,"0"0"14"0,0 0-33 0,0 0 0 0,0 0-48 0,0 0-4 0,74-77-23 16,-74 77-22-16,0 0-10 16,0 23-9-16,0 17 9 15,0 5 10-15,0 9-2 0,-5 3 2 16,-24 0-3-16,5-3-3 16,2-6 0-16,-1-2-3 15,12-7 1-15,6-10-1 16,-1-8 0-16,6-11-1 15,0-7 2-15,0-3 1 16,0 0 5 0,0 0 2-16,6-3-1 0,44-18 5 15,14-6-13-15,10-1 2 16,-5 5-3-16,0 2 0 16,0 5-1-16,-13 7 1 15,2 7-2-15,-7 2 0 16,-6 0-1-16,-6 0 0 15,1 8 1-15,-11 23-2 16,-5 7-2-16,-13 8 6 16,-11 2 0-16,0 6-1 15,0 0 1-15,-35 1-1 16,-10-7 0-16,-18-7 1 16,7-7 4-16,-13-10-4 0,11-7 0 15,2-10-18-15,-3-7-26 16,9 0-40-16,5-34-44 15,16-22-80-15,10-20-243 16</inkml:trace>
  <inkml:trace contextRef="#ctx0" brushRef="#br0" timeOffset="5615.06">42408 6879 673 0,'0'0'115'0,"0"0"-3"0,0 0-44 0,0 0-50 0,0 0-14 0,0 0-1 0,234-33-1 15,-160 29 0-15,-5 4-2 16,-5 0-20-16,-6 0-32 15,-18 0-48-15,-13 0-45 0,-19 0-133 16</inkml:trace>
  <inkml:trace contextRef="#ctx0" brushRef="#br0" timeOffset="8224.35">42310 4864 784 0,'0'0'45'0,"0"0"41"0,0 0-34 0,0 0-40 0,0 0-7 0,0 0 0 16,300-64 0-16,-244 64 8 16,-11 0-10-16,-11 0 3 15,-4 22 6-15,-15 5-1 16,-7 8-7-16,-8 7 8 16,0 4 14-16,-47 5-10 0,-33 3 4 15,-10-3-7-15,-3-6 1 16,13-6-12-16,17-9 0 15,23-12 4 1,19-9-5-16,13-5-1 0,8-4 1 16,0 0 1-16,0 0 6 15,0 0-3-15,0 0-4 16,8-4-1 0,26-1-8-16,6 1 5 0,10 4-5 0,9 0 2 15,-9 0 4-15,1 31 0 31,-4 5 2-31,-12 12-4 0,-19 3 3 0,-16 0-2 16,0 4-2-16,-29-14 5 16,-46 5 4-16,-15-17 10 15,-13-2 8-15,-1-6 3 16,14-15-7-16,8-2-6 16,26-4-4-16,5 0-3 15,17-24 1-15,5-12-6 16,18-7-45-16,11-8-114 15,6-3-182-15</inkml:trace>
  <inkml:trace contextRef="#ctx0" brushRef="#br0" timeOffset="9199.33">45285 5941 791 0,'0'0'55'0,"0"0"-44"0,0 0 0 0,345-52-5 0,-210 43-6 0,-2 0-4 0,-25 3-57 15,-28 0-33-15,-27 3-58 16,-32 3-140-16</inkml:trace>
  <inkml:trace contextRef="#ctx0" brushRef="#br0" timeOffset="9657.56">45348 6319 486 0,'0'0'111'0,"0"0"-64"15,0 0 50-15,0 0-11 0,0 0-34 16,0 0-26-16,-24 15 5 15,67-15 10-15,18 0-3 16,8 0-25-16,5 0-11 16,6-9-2-16,2 0-10 15,-2 3-50-15,-6 3-61 16,0-3-67-16,-5-3-155 16</inkml:trace>
  <inkml:trace contextRef="#ctx0" brushRef="#br0" timeOffset="10309.04">47259 5624 81 0,'0'0'547'0,"0"0"-469"0,0 0 27 0,0 0 8 0,0 0-60 0,0 0-51 16,-56-9-1-16,8 55 22 16,-8 14 3-16,3 6 4 15,3 9-9-15,10 0 6 0,16 10 5 16,8-8-14-16,16-4-4 16,0-7-5-16,6-12-5 15,39-12-1-15,8-9-3 16,8-11 1-16,8-17 1 15,11-5 6 1,7 0-4-16,-18-15 7 0,-3-21-9 16,-13-6 0-16,-13-12-2 15,-11-7-2-15,-23-7-4 16,-6-11 0-16,0-2-9 16,-6 9 11-16,-52 6 0 15,8 15 4-15,-9 18 0 16,-4 6 0-16,2 8 4 0,2 8-4 15,-4 5 0-15,7 6 0 16,-3 0-1-16,9 0-1 16,0 17-12-16,15 8-31 15,6 2-35-15,24 6-13 16,5 0-27-16,0-3-59 16,10-6-196-16</inkml:trace>
  <inkml:trace contextRef="#ctx0" brushRef="#br0" timeOffset="10878.26">48368 6093 462 0,'0'0'139'0,"0"0"-134"0,0 0 6 0,0 0 25 0,0 0-16 0,0 0-11 0,0 45-7 16,0-45 4-16,0 0 18 15,0 0 39 1,0-8-12-16,0-13-41 0,0 3-4 15,0 3 10-15,0 5 18 16,0 5 8-16,0 1-15 16,0 4 8-16,0 0-32 0,-21 0 1 15,-14 9-4-15,1 13 0 16,10-5 5-16,2 4-5 16,15 1 0-16,-4-4-1 15,11 0 1-15,0-6 0 16,0-6 0-16,0-3 1 15,0-3-1-15,0 0 11 16,11 0-2-16,18-6 3 16,5-12-6-16,-10-6-3 15,-8-1 1-15,3 2-4 16,-19 2-2-16,0 3-1 0,0 9-3 16,0 3-1-16,0 6-5 15,-19 0 6-15,-2 0-5 16,-8 2-18-16,5 17-28 15,2-2-39-15,22 1-13 16,0-5-64-16</inkml:trace>
  <inkml:trace contextRef="#ctx0" brushRef="#br0" timeOffset="11359.84">49262 5351 710 0,'0'0'70'0,"0"0"0"0,0 0 19 0,0 0-75 0,0 0-8 0,0 0-6 0,-8 123 7 16,-13-51 0-16,2 6 3 16,14 4 9-16,0 2 3 0,5 0-13 15,0 0 6 1,0-3-8-16,5-11 4 0,40-10-11 16,13-9 2-1,6-18-1-15,5-12 2 0,5-15 1 16,11-6 2-16,5-3-4 15,-15-30 2-15,-6-6-2 16,-21-3-4-16,-22-3-2 16,-13 5 4-16,-13 7-3 15,0 12 0-15,-63 13 3 16,-22 8 6 0,-24 0 1-16,-13 0-3 0,2 27 5 15,17 8-7-15,18 5-2 16,16-1 0-16,13 3-1 15,33-3-69-15,23-9-85 0,0-12-122 16</inkml:trace>
  <inkml:trace contextRef="#ctx0" brushRef="#br0" timeOffset="13283.07">32198 9441 639 0,'0'0'140'0,"0"0"-47"0,0 0-27 0,0 0 22 0,0 0-58 0,0 0-29 0,0 0 2 15,-45 157 7 1,45-55 13-16,0 12 0 0,0 0 3 16,-5 1-12-16,0-7-6 15,-14 1-1-15,3-7-6 16,-8-6 0-16,0-12 6 15,3-15-7-15,3-21-15 16,12-15-56 0,6-20-26-16,0-13 6 0,0 0 15 15,0-42-147-15,-10-22-122 0</inkml:trace>
  <inkml:trace contextRef="#ctx0" brushRef="#br0" timeOffset="13552.07">31877 9856 509 0,'0'0'147'0,"-26"-186"-49"15,26 108 4-15,0 14-32 16,0 10-43-16,40 12-2 16,15 13-21-16,14 7 3 15,24 10-7-15,16 9 0 16,5 3 2-16,0 0-2 16,-18 10-1-16,-22 25-2 15,-16 17-3-15,-29 2 6 16,-29 3 1-16,0 0 1 0,-18-3 24 15,-56 0 7 1,-11-6-6-16,-13-2-11 0,-3-11-5 16,-3-4-6-16,1-2 0 15,10-1-5-15,27 2-123 16,18-13-57-16,27-10-269 16</inkml:trace>
  <inkml:trace contextRef="#ctx0" brushRef="#br0" timeOffset="14223.99">33514 9372 618 0,'0'0'90'0,"0"0"-5"0,0 0 30 0,0 0-61 0,0 0-24 0,0 0-30 0,0-45-6 0,-58 90 6 15,-11 21 33-15,-5 15 14 16,7 19-10-16,14 14-1 16,14 6-1-16,23-3-11 15,8-2-8-15,8-19-6 16,0-8 2-16,47-16-7 16,22-15-2-16,22-15-3 15,7-18 7-15,11-15-7 16,5-9-27-16,-6-3-57 15,7-36-65-15,-25-9-87 16</inkml:trace>
  <inkml:trace contextRef="#ctx0" brushRef="#br0" timeOffset="15518.69">35019 9538 508 0,'0'0'103'0,"0"0"-15"0,0 0-14 0,0 0-4 0,0 0-20 0,0 0-17 0,0 0-7 0,-128-118-15 0,94 118-5 15,-6 10-5-15,-5 19 4 16,-5 13 7-16,5 7 13 16,21 8 5-16,13 12-8 15,11 13-5-15,0 5 3 0,0 6 0 16,21-3-7-16,14-3-2 16,5-2-3-16,-6-8-1 15,1-7-7-15,-6-7 3 16,-8-6-1-16,-8-15-2 15,-7-9-2-15,-6-12-81 16,0-15-27-16,0-6-32 16,0 0-8-16,-19-24-239 15</inkml:trace>
  <inkml:trace contextRef="#ctx0" brushRef="#br0" timeOffset="17438.03">34430 10283 521 0,'0'0'139'0,"0"0"-39"0,0 0 29 15,0 0-52-15,0 0-47 32,0 0-30-32,103-83 12 0,6 64-7 0,16-2-5 15,-1-6 0-15,-7 0-18 16,-16-3-19-16,-13 0 7 16,-27 0 27-16,-14 3 3 15,-20 0 1-15,-14 8 2 16,-8 4-2-16,-5 3 6 15,0 6 17-15,0 6-7 16,0 0-13-16,0 0-3 16,-34 16 1-16,5 14 0 0,-6 9 0 15,19 3 7-15,3 3 1 16,13 0 8-16,0-5-13 16,0-2 3-16,29-8-6 15,16-9 0-15,8-8 9 16,-2-11-10-16,2-2 1 15,-3 0 3-15,-5-17-5 16,-10-20-24 0,-6-2-9-16,-5-6 3 0,-13 3 7 15,-11 6 22-15,0 12 0 16,0 9 1-16,0 9 14 16,0 6 1-16,0 0-15 15,0 6 0-15,0 24-4 0,-16 6 4 16,-3 3 6-16,9 0-6 15,4-5 4-15,6-7 2 16,0-10-5-16,0-11 1 16,0-2 0-16,0-4 6 15,0 0 4-15,0-31 5 16,6-8-17-16,9-9 8 16,9-3-7-16,-2 0 3 15,1 6-3-15,-4 5 2 16,-3 13 3-16,0 6 12 15,-3 9-1-15,-2 12-9 16,-1 0-8-16,14 0-1 0,0 12 0 16,3 19 0-1,7 8 0-15,-10 3 0 0,-8 0 1 16,-3-3 0-16,-7-6 0 16,-6-6 1-16,5-12 0 15,-5-9-1-15,0-6 2 16,0 0 0-16,5-2 15 15,-5-25-5-15,13-13-7 16,-2-5 4-16,5-3-8 16,3 0 1-16,2 3 0 15,3 5-1-15,-6 11-1 16,-2 7 2-16,-5 13 0 16,2 7-2-16,-2 2-4 15,-1 0-8-15,14 14 10 16,-3 22-6-16,-2 7 6 0,5 5-1 15,-14 6 3 1,6-6 0-16,-2 0 5 0,2-5-5 16,-6-11-4-16,3-10 4 15,-7-14 0-15,4-8 6 16,4 0-1-16,-4 0 4 16,19-27 2-16,6-12-8 15,5-9 2-15,-1-6-4 16,1-6-1-16,0 0 1 15,-5 6-2-15,-1 8-2 16,1 11 3-16,-9 10 4 16,3 10-4-16,-5 9-1 15,5 3-5-15,-2 3-2 0,7 0-18 16,6 0 6-16,-5 0 0 16,-1 3-8-16,-10 3 1 15,-8-3-5-15,-8 0 31 16,-8-3 1-1,0 0 3-15,0 0 2 0,0 0 27 16,0 0 3-16,-24 0-18 16,-16 0-10-16,-18 0-3 15,-3 12 0-15,-3 12 0 16,0 9 10 0,9 7-2-16,7 1-6 0,13 7 1 15,20-5-2-15,9-1-2 16,6-9 0-16,0-9-1 0,6-6-2 15,33-12 5-15,6-6-1 16,3 0-3-16,3-18 15 16,7-21-15-16,-8-6 2 15,-10-9-5-15,-5-4 2 16,-6 2-14-16,-18 4 12 16,-6 13 0-16,0 16 1 15,-5 10-2-15,0 10 1 16,0 3-3-16,0 0-9 15,0 16 0-15,-5 22 13 16,-16 13 2-16,-3 1-2 16,18 2 2-16,1-6-2 15,5-6 3-15,0-6-1 0,0-9-1 16,11-12 0 0,13-9-4-16,-3-6 7 0,13 0-3 15,11-33 8-15,3-12-4 16,-3-9-4-16,-10-13-12 15,-6-8 4 1,-8-3 2-16,-15-6-1 0,-6 3 2 16,0 3 5-16,0 11 0 15,0 13 0-15,-16 18 3 16,10 18 5-16,1 12 13 16,5 6-14-16,-8 0-7 15,3 15-14-15,-1 24 13 16,6 15 1-16,0 13 0 0,0 11 1 15,0 15 0 1,6 6 0-16,28 0-1 0,6-5-2 16,8-16 2-1,7-12 1-15,-4-18 1 0,2-18-1 16,-8-12-1-16,8-18 4 16,-2 0 3-16,-1-12 1 15,8-30-8 1,-7-3 2-16,2-9-2 0,-3-6-9 15,-10-3-2-15,-5-1 8 16,-17 14-3-16,-7 7 3 16,-11 16 1-16,0 9-1 15,0 6-1-15,0 0 2 16,0 6-7-16,-35 6 1 16,-15 0 5-16,2 0 0 0,-2 24 4 15,10 12-5-15,5 9 7 16,11 3-3-1,19 4 2-15,5-4 3 0,0-3 2 16,5-6-5-16,43-6-2 16,8-9 1-16,8-9 5 15,10-9-6-15,6-6-54 16,-1 0-70-16,-5-9-121 16,-21-27-389-16</inkml:trace>
  <inkml:trace contextRef="#ctx0" brushRef="#br0" timeOffset="17724.16">38089 9285 614 0,'0'0'102'0,"0"0"-22"0,0 0-2 0,0 0-69 0,0 0 8 0,0 0-12 0,0 0-4 0,355 118 13 15,-280-49-1-15,-12 9 3 16,-23 3-2-16,-16 9 2 0,-24-5 1 16,0-10-7-1,0-9-4-15,-19-18-3 0,-10-12-2 16,8-9-1 0,-3-12-1-16,8-6-65 0,3-9-46 15,2 0-46-15,11-12-289 16</inkml:trace>
  <inkml:trace contextRef="#ctx0" brushRef="#br0" timeOffset="17973.43">39636 9486 828 0,'0'0'118'16,"0"0"-55"-16,0 0 1 16,0 0-44-16,353-48-14 15,-266 42-5-15,-13 4-1 16,-13 2-31-16,-21 0-42 16,-5 0-16-16,-11 0-47 15,-19 0-59-15,-5 14-173 16</inkml:trace>
  <inkml:trace contextRef="#ctx0" brushRef="#br0" timeOffset="18134.25">39959 9688 105 0,'0'0'380'16,"0"0"-269"-16,0 0 5 0,0 0-11 16,0 0-24-1,0 0-32-15,-100 39-1 16,100-39 1-16,0 0-25 0,21 0-18 15,42 0 13-15,12-12-19 16,15-3-6-16,8 0-109 16,6-3-93-16,10-6-243 15</inkml:trace>
  <inkml:trace contextRef="#ctx0" brushRef="#br0" timeOffset="18888.07">41761 10076 492 0,'0'0'139'16,"0"0"-89"-16,0 0 42 0,0 0 23 0,0 0-72 0,0 0-15 0,-27 0-3 0,88 0 19 0,38 0 1 0,39 0-11 15,39 0-8-15,41-12-7 16,26-6-5 0,19-6-10-16,7-3 3 0,-2 2-2 0,-10-2 2 15,-25-2-6-15,-31 2 0 16,-43-4 11-16,-32 8-5 16,-36 2 3-16,-33 5-4 15,-23 11-5-15,-20 5-1 16,-15 0-8-16,0 0-34 15,0 5-77-15,-34 25 17 16,-40 6-57-16,-17 3-104 16</inkml:trace>
  <inkml:trace contextRef="#ctx0" brushRef="#br0" timeOffset="19473.18">43175 10528 745 0,'0'0'93'0,"0"0"-12"16,0 0 12-16,0 0-72 16,0 0-21-16,0 0 0 0,6 77-3 15,-6-25 3-15,-11 2 4 16,-8 0 6-16,-2 0-3 16,3-6-3-16,2-3 1 15,2-12-1-15,4-3-3 16,4-12 1-16,6-6-2 15,0-9 3-15,0-3 7 16,0 0-4-16,0 0 9 16,0 0-4-16,0-5 3 15,35-13-9-15,5-1-5 16,0 1 2-16,5 3-2 16,8 6-5-16,-3 0 5 15,3 6-2-15,-2 3 2 16,-6 0-5-16,8 0 3 0,-19 15 0 15,6 6 1-15,-24 3-3 16,-5 3 1-16,-11 0-4 16,0 4 2-1,0-1 5-15,-16 0-3 0,-29 0 3 16,-14-6 0-16,-5-3 1 16,3 0-2-16,-2-9-5 15,12-3-79-15,-2-9-29 16,14 0-80-16,4-15-298 15</inkml:trace>
  <inkml:trace contextRef="#ctx0" brushRef="#br0" timeOffset="19945.34">43249 10615 715 0,'0'0'49'0,"0"0"-5"0,0 0-8 0,0 0-34 0,0 0 3 0,343-70-5 0,-245 58-34 0,-8 3-49 0,-21 0-58 16,-34 3-248-16</inkml:trace>
  <inkml:trace contextRef="#ctx0" brushRef="#br0" timeOffset="22016.68">43324 9023 723 0,'0'0'64'0,"0"0"31"0,0 0-29 0,0 0-43 0,0 0-16 0,0 0-3 0,302-156 9 0,-249 147 4 0,-13 2 6 0,0 5 3 16,-11 2 0-16,-8 0-15 15,3 0-11-15,-13 33-3 16,13 12 1-16,-24 12 2 15,0 12 4-15,0 3-1 16,-53 3 3-16,-16-2 2 16,-6-10-2-16,-4-12-3 0,18-8 0 15,-3-16-1-15,19-12-1 16,16-9-1-16,5-6 0 16,3 0 10-16,-3 0 8 15,-5-27-2-15,-1-7-7 16,14-2-3-16,6 3-6 15,10 3 4-15,0 9-2 16,0 6 0-16,0 6-2 16,5 3-4-16,16 6 0 15,22 0 0-15,7 0 1 16,14 15 2-16,10 18-1 16,1 9 1-16,4 0 1 15,-10-3 3-15,-8 1-3 0,-2-5 3 16,-14-4-3-16,-6-10 0 15,-4-3-19-15,18-3-90 16,3-15-85 0,7 0-237-16</inkml:trace>
  <inkml:trace contextRef="#ctx0" brushRef="#br0" timeOffset="22629.34">45492 9787 13 0,'0'0'902'0,"0"0"-853"0,0 0 52 0,0 0-18 0,0 0-77 0,0 0-4 0,0 0 3 0,360-60-5 16,-256 51-8-16,-9 3-36 0,-15 3-4 15,-16 0-23-15,-30 3-26 16,-15 0-54-16,-19 0-26 15,0 6-121-15</inkml:trace>
  <inkml:trace contextRef="#ctx0" brushRef="#br0" timeOffset="22819.93">45733 10118 558 0,'0'0'97'0,"0"0"-43"15,0 0 71-15,0 0-23 0,0 0-67 16,0 0-5-16,74 9 2 16,17-18-23-16,23-9-6 0,0-3-3 15,-6-6-7 1,7-3-68-16,-12-6-59 0,-5-3-52 16,-8 0-246-16</inkml:trace>
  <inkml:trace contextRef="#ctx0" brushRef="#br0" timeOffset="23464.59">47941 9291 712 0,'0'0'79'0,"0"0"35"0,0 0-7 0,0 0-50 0,0 0-53 0,0 0-4 0,-122-31-7 16,71 71 7-16,-13 8 1 16,9 9 5-16,2 3 4 15,13 9 4-15,11 4-5 16,18 5 3-16,11 0-7 15,0-2-2-15,5-5 3 16,48-13-4-16,8-16 3 16,3-18-5-16,10-21 0 0,6-3 9 15,0-9 4-15,7-33-9 16,-13-12 0-16,-10-10-1 16,-19-2-1-1,-5-3-1-15,-24 6-1 0,-16-3 1 16,0 9-1-16,0 2 2 15,-45 10 0-15,-11 9-1 16,-13 9 3-16,-5 3-1 16,-8 12-3-16,-3 6-6 15,5 6 2-15,6 0 3 16,15 0-2-16,14 18-37 16,11 9-33-16,18 0-21 15,16 6-27 1,0-6-47-16,11 0-87 0</inkml:trace>
  <inkml:trace contextRef="#ctx0" brushRef="#br0" timeOffset="24004.33">48856 9625 630 0,'0'0'73'0,"0"0"-69"0,0 0 31 0,0 0 3 0,0 0-13 0,0 0-14 0,11 57 1 0,-6-51-3 0,0-6 1 15,-5 0-2-15,19 0 3 16,-3 0 31-16,8 0-14 15,-3-18-15-15,-8 3-4 16,-13 3 23-16,0 6 10 16,0 0-2-16,0 6-5 15,0 0-8-15,0 0-27 16,0 0-8-16,0 0-2 16,-29 3 10-16,0 12 4 15,0 6-4-15,2-3 0 16,8 0 2-16,14 0-2 0,5-3 0 15,0-6 4-15,0-3-3 16,0-6-1-16,0 0 0 16,0 0 5-1,16 0 6-15,-3-9-8 0,-2-5-1 16,-11 1-2-16,0 4-2 16,0 0-2-16,0 6-7 15,-24 0-13-15,-2 3-35 16,-9 0-4-16,-5 0 4 15,11 0-40-15,5 3 11 0,24 0-71 16,0-3-234 0</inkml:trace>
  <inkml:trace contextRef="#ctx0" brushRef="#br0" timeOffset="24609.64">49633 9336 572 0,'0'0'197'0,"0"0"-174"0,0 0 36 0,0 0-35 0,0 0-22 0,0 0 28 0,-29 142 15 0,-11-86-18 15,-5 2 3-15,-8 2-1 16,-2-6-11-16,15 3 7 15,5-8-9-15,6-11-2 0,10-5-8 16,9-17 7-16,-1-7-8 16,11-3 7-16,0-6-3 15,0 0 9-15,0 0 30 16,6 0-4-16,49-15-25 16,28-3-16-16,12 3 0 15,9-4-2-15,-1-2-1 16,1 3-29-16,-25 1-15 15,-10-5-8-15,-13 7-9 16,-27 3-4-16,-24-3-19 16,-5 6 28-16,0-3-45 15,-45 3-44-15,-5-3 63 0,-9-3 10 16,9 0 24 0,-3 0 48-16,8 3 26 0,16-1 44 15,13 8 17-15,2 5 32 16,9 0-29-16,5 0-18 15,-5 0-36-15,-6 0-26 16,-13 30-10-16,3 12 26 16,-8 15 31-16,10 16-21 15,14 10-4-15,5 11-4 16,0-1-9-16,0-2-16 16,0-8 6-16,0-8-7 15,0-8-2-15,0-7-66 16,-16-21-113-16,-24-18-164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3-09T08:22:04.879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13712 20971 49 0,'0'0'105'0,"0"0"-95"0,0 0-7 0,0 0 6 0,0 0-6 0,0 0-1 0,0 0-1 0,-23 6 2 16,17-6-3-16,6 0 2 15,0 0 8-15,0 0 11 16,0 0-3-16,0 0-9 15,0 0-4-15,0 0 12 16,0 0-3-16,0 0-10 16,0 0 3-16,0 0 3 15,0 0 8-15,0 0 4 0,0 0 6 16,0 0-2-16,0 0 5 16,0 0-8-16,0 0 1 15,0 0 4-15,0 0-3 16,0 0 0-16,0 0-1 15,0 0-1-15,0 0 2 16,0 0 7-16,0 0-4 16,0-4-11-16,0-5 6 15,0 3 13-15,0 0 0 16,0 0-4-16,0 4 10 16,0-5-30-16,-5 1 22 15,5 0-20-15,0 0 9 16,0 0-3-16,0 3 3 15,0-3 2-15,0 6-9 0,0 0-1 16,0 0 0-16,0 0-12 16,0 0-3-16,0 15-10 15,0 30 10-15,16 22 12 16,13 5 9-16,0 12 3 16,11 0-1-16,-11-5-2 15,6-4-7-15,-1-6-8 16,-7-3-2-16,-3-6-2 15,-14-6-1 1,4-14 0-16,-4-11 0 0,-10-10-1 16,5-13-34-16,-5-6-24 15,0-9 14-15,0-43-20 0,0-26-143 16,0-12 6-16,0-3-209 16</inkml:trace>
  <inkml:trace contextRef="#ctx0" brushRef="#br0" timeOffset="368.2">14182 20811 286 0,'0'0'241'0,"0"0"-136"0,0 0 0 0,0 0-5 0,0 0-59 0,0 0-36 0,32-33-4 16,-32 76 16-16,0 11 18 15,-32 6 7-15,-10 3-25 16,2 3 15-16,-5-6-3 0,5-3-7 15,0 0-9 1,11-17 1-16,8-5-4 0,2-8 3 16,9-8-7-16,10-13-4 15,0-4 0-15,0-2-1 16,0 0 3-16,0 0 0 16,0 0 0-16,29 0 6 15,37 0 2-15,22-8-3 16,2-11-6-16,-3 7-2 15,-7 1-1-15,-19 5-1 16,-3 2-21-16,-18-2-16 16,-5 3-26-16,-11 3-2 0,-3-12-17 15,3 4-16 1,-8-11-50-16,2-8-95 16</inkml:trace>
  <inkml:trace contextRef="#ctx0" brushRef="#br0" timeOffset="1453.42">14723 20721 727 0,'0'0'100'15,"0"0"-5"-15,0 0-7 16,0 0-84-16,0 0 1 16,0 0-5-16,75 117 20 15,-57-57 1-15,-2 4 8 16,3-4-9-16,-3-6-10 15,-3-6-3-15,-2-12-7 0,-11-9 0 16,5-15 0 0,-5-6 5-16,0-6-2 0,0 0 9 15,0-6 8-15,0-30 10 16,0-15-23-16,0-6-4 16,0 0-3-16,0 3 2 15,0 8-2-15,0 7 0 16,0 9 0-16,0 9 0 15,24 9 0-15,-3 12-2 16,3 0 0-16,10 0 0 16,11 0-4-16,-5 21 6 15,13 10 2-15,-13 7-1 0,0 5-1 16,0 1 3 0,-11-1-3-16,-8-10-4 0,3-3 4 15,-13-12-18-15,-1-9-51 16,4-9-28-16,1 0-10 15,4-15 48 1,-8-30-68-16,7-3 41 0,-7-4 55 16,-1 4 27-16,-4 0 4 15,-1 6 25-15,3 3 47 16,-8 12-7-16,5 9 24 16,6 9-28-16,-11 6 9 15,11 3-27-15,2 0-26 16,8 0-12-16,3 18 0 15,10 21 21-15,-4 6 3 16,-9 10-6-16,3 1-6 0,-14 2-8 16,-4-8-4-16,2-7 0 15,-3-7-2-15,-5-12-1 16,0-9-1-16,0-9 2 16,0-6-2-16,0 0 4 15,0 0 2-15,0-12-3 16,-19-18-4-16,-2-3-6 15,2-10-8-15,4-1 8 16,1-1-4-16,4-7 8 16,10 2 0-16,0 1 2 15,0 4 0-15,0 6 0 0,0 6 0 16,0 9 1-16,0 6 6 16,10 6 1-1,14 8 2-15,5 4-7 0,6 0-3 16,15 10 0-16,1 23 11 15,-4 12-3-15,-1 9 5 16,-1 1-7-16,-11-1 0 16,1-6-2-1,-6-9-3-15,-8-9-1 0,3-12 2 16,-13-9-2-16,2-6 2 16,-3-3 1-16,9 0-3 15,-3-30-8-15,0-12-49 0,13-4-39 16,-10-2-53-1,-9 3-130-15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2E040F-5B67-45C2-AB20-74E1C646C8CA}" type="datetimeFigureOut">
              <a:rPr lang="en-IN" smtClean="0"/>
              <a:t>09-03-2025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45FC1C-588B-4A38-9F7C-E8E5DAED71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57887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</a:t>
            </a:r>
            <a:r>
              <a:rPr lang="en-US" baseline="0" dirty="0"/>
              <a:t> Our World is changing, one thing that impact our life is artificial intelligence. AI bringing an new industrial revolution, previous industrial revolution expanded human mechanical power (machines, motors </a:t>
            </a:r>
            <a:r>
              <a:rPr lang="en-US" baseline="0" dirty="0" err="1"/>
              <a:t>etc</a:t>
            </a:r>
            <a:r>
              <a:rPr lang="en-US" baseline="0" dirty="0"/>
              <a:t>) now this new machine age expanding human cognitive power, mental power. Nowadays computer not only replacing mechanical </a:t>
            </a:r>
            <a:r>
              <a:rPr lang="en-US" baseline="0" dirty="0" err="1"/>
              <a:t>labours</a:t>
            </a:r>
            <a:r>
              <a:rPr lang="en-US" baseline="0" dirty="0"/>
              <a:t> but also replacing metal </a:t>
            </a:r>
            <a:r>
              <a:rPr lang="en-US" baseline="0" dirty="0" err="1"/>
              <a:t>labours</a:t>
            </a:r>
            <a:r>
              <a:rPr lang="en-US" baseline="0" dirty="0"/>
              <a:t>, i.e., AI giving is computer the ability to think. So where we stand today 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6502A-44A2-4F78-92B5-2D9C0B2D37D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8191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Machine Learning allows to learn from examples. </a:t>
            </a:r>
            <a:r>
              <a:rPr lang="en-US" dirty="0" err="1"/>
              <a:t>ie</a:t>
            </a:r>
            <a:r>
              <a:rPr lang="en-US" baseline="0" dirty="0"/>
              <a:t>., to learn from data contains information. Machine learning is a key to clone knowledge into computer. This is important, because knowledge is what enable intelligence. Putting a knowledge into computer is difficult, from previous approaches, why ? </a:t>
            </a:r>
          </a:p>
          <a:p>
            <a:endParaRPr lang="en-US" baseline="0" dirty="0"/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 are many things which we know intuitively so we cannot communicate them verbally we do not have conscious access to that intuitive knowledge.</a:t>
            </a:r>
            <a:r>
              <a:rPr 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 can we program computers with that knowledge what's the solution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6502A-44A2-4F78-92B5-2D9C0B2D37D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6843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151B03-C724-B5B9-67BD-E9EC7B5D4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D56DB2-88AE-DD9D-57B0-2DEC3FA91A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9DD275-8F7D-CB44-74E8-85C8FD8D1D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Machine Learning allows to learn from examples. </a:t>
            </a:r>
            <a:r>
              <a:rPr lang="en-US" dirty="0" err="1"/>
              <a:t>ie</a:t>
            </a:r>
            <a:r>
              <a:rPr lang="en-US" baseline="0" dirty="0"/>
              <a:t>., to learn from data contains information. Machine learning is a key to clone knowledge into computer. This is important, because knowledge is what enable intelligence. Putting a knowledge into computer is difficult, from previous approaches, why ? </a:t>
            </a:r>
          </a:p>
          <a:p>
            <a:endParaRPr lang="en-US" baseline="0" dirty="0"/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 are many things which we know intuitively so we cannot communicate them verbally we do not have conscious access to that intuitive knowledge.</a:t>
            </a:r>
            <a:r>
              <a:rPr 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 can we program computers with that knowledge what's the solution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19C112-95F3-AC87-7F14-3828F6BE05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6502A-44A2-4F78-92B5-2D9C0B2D37D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3058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5FC1C-588B-4A38-9F7C-E8E5DAED71F6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29659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5FC1C-588B-4A38-9F7C-E8E5DAED71F6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95337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DA2812-C733-4624-8F7A-C065E01DC48E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3042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DA2812-C733-4624-8F7A-C065E01DC48E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2466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5FC1C-588B-4A38-9F7C-E8E5DAED71F6}" type="slidenum">
              <a:rPr lang="en-IN" smtClean="0"/>
              <a:t>29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28308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5FC1C-588B-4A38-9F7C-E8E5DAED71F6}" type="slidenum">
              <a:rPr lang="en-IN" smtClean="0"/>
              <a:t>32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15064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DA2812-C733-4624-8F7A-C065E01DC48E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7350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7EC1EE-E1E2-412A-850A-7DFC2C004BED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8736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5FC1C-588B-4A38-9F7C-E8E5DAED71F6}" type="slidenum">
              <a:rPr lang="en-IN" smtClean="0"/>
              <a:t>54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719887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1DAFAC-1B84-41D7-8EAA-58D4B59FFD7C}" type="slidenum">
              <a:rPr lang="en-IN" smtClean="0"/>
              <a:t>60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0497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0" y="1683545"/>
            <a:ext cx="13716000" cy="3581400"/>
          </a:xfrm>
        </p:spPr>
        <p:txBody>
          <a:bodyPr anchor="b"/>
          <a:lstStyle>
            <a:lvl1pPr algn="ctr">
              <a:defRPr sz="9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0" y="5403057"/>
            <a:ext cx="13716000" cy="2483643"/>
          </a:xfrm>
        </p:spPr>
        <p:txBody>
          <a:bodyPr/>
          <a:lstStyle>
            <a:lvl1pPr marL="0" indent="0" algn="ctr">
              <a:buNone/>
              <a:defRPr sz="3600"/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FD7D0-BF4F-4E08-BD42-AA649BFE9809}" type="datetimeFigureOut">
              <a:rPr lang="en-IN" smtClean="0"/>
              <a:t>09-03-2025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1E1C4-2A87-4EAF-B0F0-586AB58FC0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98702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0" y="3352800"/>
            <a:ext cx="13716000" cy="3581400"/>
          </a:xfrm>
          <a:solidFill>
            <a:schemeClr val="bg1"/>
          </a:solidFill>
        </p:spPr>
        <p:txBody>
          <a:bodyPr anchor="ctr"/>
          <a:lstStyle>
            <a:lvl1pPr algn="ctr">
              <a:defRPr sz="9000"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FD7D0-BF4F-4E08-BD42-AA649BFE9809}" type="datetimeFigureOut">
              <a:rPr lang="en-IN" smtClean="0"/>
              <a:t>09-03-2025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1E1C4-2A87-4EAF-B0F0-586AB58FC0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90810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0" y="2756971"/>
            <a:ext cx="13716000" cy="3581400"/>
          </a:xfrm>
        </p:spPr>
        <p:txBody>
          <a:bodyPr anchor="b"/>
          <a:lstStyle>
            <a:lvl1pPr algn="ctr">
              <a:defRPr sz="9000">
                <a:solidFill>
                  <a:srgbClr val="0E415A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FD7D0-BF4F-4E08-BD42-AA649BFE9809}" type="datetimeFigureOut">
              <a:rPr lang="en-IN" smtClean="0"/>
              <a:t>09-03-2025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1E1C4-2A87-4EAF-B0F0-586AB58FC0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57369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7300" y="547689"/>
            <a:ext cx="15773400" cy="1161842"/>
          </a:xfrm>
        </p:spPr>
        <p:txBody>
          <a:bodyPr/>
          <a:lstStyle>
            <a:lvl1pPr>
              <a:defRPr b="0"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57300" y="2146852"/>
            <a:ext cx="15773400" cy="7118593"/>
          </a:xfrm>
        </p:spPr>
        <p:txBody>
          <a:bodyPr/>
          <a:lstStyle>
            <a:lvl1pPr>
              <a:defRPr i="0"/>
            </a:lvl1pPr>
            <a:lvl2pPr>
              <a:defRPr i="0"/>
            </a:lvl2pPr>
            <a:lvl3pPr>
              <a:defRPr i="0"/>
            </a:lvl3pPr>
            <a:lvl4pPr>
              <a:defRPr i="0"/>
            </a:lvl4pPr>
            <a:lvl5pPr>
              <a:defRPr i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FD7D0-BF4F-4E08-BD42-AA649BFE9809}" type="datetimeFigureOut">
              <a:rPr lang="en-IN" smtClean="0"/>
              <a:t>09-03-2025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1E1C4-2A87-4EAF-B0F0-586AB58FC0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22402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Pr>
        <a:solidFill>
          <a:srgbClr val="EEE7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7300" y="547689"/>
            <a:ext cx="15773400" cy="1161842"/>
          </a:xfrm>
        </p:spPr>
        <p:txBody>
          <a:bodyPr/>
          <a:lstStyle>
            <a:lvl1pPr>
              <a:defRPr b="0">
                <a:solidFill>
                  <a:srgbClr val="0E415A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57300" y="2146852"/>
            <a:ext cx="15773400" cy="7118593"/>
          </a:xfrm>
        </p:spPr>
        <p:txBody>
          <a:bodyPr/>
          <a:lstStyle>
            <a:lvl1pPr>
              <a:defRPr i="0"/>
            </a:lvl1pPr>
            <a:lvl2pPr>
              <a:defRPr i="0"/>
            </a:lvl2pPr>
            <a:lvl3pPr>
              <a:defRPr i="0"/>
            </a:lvl3pPr>
            <a:lvl4pPr>
              <a:defRPr i="0"/>
            </a:lvl4pPr>
            <a:lvl5pPr>
              <a:defRPr i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FD7D0-BF4F-4E08-BD42-AA649BFE9809}" type="datetimeFigureOut">
              <a:rPr lang="en-IN" smtClean="0"/>
              <a:t>09-03-2025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1E1C4-2A87-4EAF-B0F0-586AB58FC0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92127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7775" y="2564608"/>
            <a:ext cx="15773400" cy="4279106"/>
          </a:xfrm>
        </p:spPr>
        <p:txBody>
          <a:bodyPr anchor="b"/>
          <a:lstStyle>
            <a:lvl1pPr>
              <a:defRPr sz="9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47775" y="6884195"/>
            <a:ext cx="15773400" cy="2250281"/>
          </a:xfrm>
        </p:spPr>
        <p:txBody>
          <a:bodyPr/>
          <a:lstStyle>
            <a:lvl1pPr marL="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1pPr>
            <a:lvl2pPr marL="685800" indent="0">
              <a:buNone/>
              <a:defRPr sz="3000">
                <a:solidFill>
                  <a:schemeClr val="tx1">
                    <a:tint val="82000"/>
                  </a:schemeClr>
                </a:solidFill>
              </a:defRPr>
            </a:lvl2pPr>
            <a:lvl3pPr marL="1371600" indent="0">
              <a:buNone/>
              <a:defRPr sz="2700">
                <a:solidFill>
                  <a:schemeClr val="tx1">
                    <a:tint val="82000"/>
                  </a:schemeClr>
                </a:solidFill>
              </a:defRPr>
            </a:lvl3pPr>
            <a:lvl4pPr marL="20574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4pPr>
            <a:lvl5pPr marL="27432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5pPr>
            <a:lvl6pPr marL="34290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6pPr>
            <a:lvl7pPr marL="41148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7pPr>
            <a:lvl8pPr marL="48006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8pPr>
            <a:lvl9pPr marL="54864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FD7D0-BF4F-4E08-BD42-AA649BFE9809}" type="datetimeFigureOut">
              <a:rPr lang="en-IN" smtClean="0"/>
              <a:t>09-03-2025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1E1C4-2A87-4EAF-B0F0-586AB58FC0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25447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58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FD7D0-BF4F-4E08-BD42-AA649BFE9809}" type="datetimeFigureOut">
              <a:rPr lang="en-IN" smtClean="0"/>
              <a:t>09-03-2025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1E1C4-2A87-4EAF-B0F0-586AB58FC0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31863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2" y="547688"/>
            <a:ext cx="15773400" cy="198834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9683" y="2521745"/>
            <a:ext cx="7736681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9683" y="3757613"/>
            <a:ext cx="7736681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58300" y="2521745"/>
            <a:ext cx="7774782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58300" y="3757613"/>
            <a:ext cx="7774782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FD7D0-BF4F-4E08-BD42-AA649BFE9809}" type="datetimeFigureOut">
              <a:rPr lang="en-IN" smtClean="0"/>
              <a:t>09-03-2025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1E1C4-2A87-4EAF-B0F0-586AB58FC0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6232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7300" y="547689"/>
            <a:ext cx="15773400" cy="10425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FD7D0-BF4F-4E08-BD42-AA649BFE9809}" type="datetimeFigureOut">
              <a:rPr lang="en-IN" smtClean="0"/>
              <a:t>09-03-2025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1E1C4-2A87-4EAF-B0F0-586AB58FC0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5572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FD7D0-BF4F-4E08-BD42-AA649BFE9809}" type="datetimeFigureOut">
              <a:rPr lang="en-IN" smtClean="0"/>
              <a:t>09-03-2025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1E1C4-2A87-4EAF-B0F0-586AB58FC0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31976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74782" y="1481138"/>
            <a:ext cx="9258300" cy="7310438"/>
          </a:xfrm>
        </p:spPr>
        <p:txBody>
          <a:bodyPr/>
          <a:lstStyle>
            <a:lvl1pPr>
              <a:defRPr sz="4800"/>
            </a:lvl1pPr>
            <a:lvl2pPr>
              <a:defRPr sz="4200"/>
            </a:lvl2pPr>
            <a:lvl3pPr>
              <a:defRPr sz="36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FD7D0-BF4F-4E08-BD42-AA649BFE9809}" type="datetimeFigureOut">
              <a:rPr lang="en-IN" smtClean="0"/>
              <a:t>09-03-2025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1E1C4-2A87-4EAF-B0F0-586AB58FC0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9708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774782" y="1481138"/>
            <a:ext cx="9258300" cy="7310438"/>
          </a:xfrm>
        </p:spPr>
        <p:txBody>
          <a:bodyPr anchor="t"/>
          <a:lstStyle>
            <a:lvl1pPr marL="0" indent="0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FD7D0-BF4F-4E08-BD42-AA649BFE9809}" type="datetimeFigureOut">
              <a:rPr lang="en-IN" smtClean="0"/>
              <a:t>09-03-2025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1E1C4-2A87-4EAF-B0F0-586AB58FC0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97237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FD7D0-BF4F-4E08-BD42-AA649BFE9809}" type="datetimeFigureOut">
              <a:rPr lang="en-IN" smtClean="0"/>
              <a:t>09-03-2025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1E1C4-2A87-4EAF-B0F0-586AB58FC0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7767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087350" y="547688"/>
            <a:ext cx="3943350" cy="871775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547688"/>
            <a:ext cx="11601450" cy="871775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FD7D0-BF4F-4E08-BD42-AA649BFE9809}" type="datetimeFigureOut">
              <a:rPr lang="en-IN" smtClean="0"/>
              <a:t>09-03-2025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1E1C4-2A87-4EAF-B0F0-586AB58FC0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58902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2FD7D0-BF4F-4E08-BD42-AA649BFE9809}" type="datetimeFigureOut">
              <a:rPr lang="en-IN" smtClean="0"/>
              <a:t>09-03-2025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31E1C4-2A87-4EAF-B0F0-586AB58FC0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85630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2" r:id="rId2"/>
    <p:sldLayoutId id="2147483674" r:id="rId3"/>
    <p:sldLayoutId id="2147483662" r:id="rId4"/>
    <p:sldLayoutId id="2147483673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  <p:sldLayoutId id="2147483671" r:id="rId14"/>
  </p:sldLayoutIdLst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0" b="0" i="0" kern="1200">
          <a:solidFill>
            <a:schemeClr val="tx1"/>
          </a:solidFill>
          <a:latin typeface="+mn-lt"/>
          <a:ea typeface="Noto Sans" panose="020B0502040504020204" pitchFamily="34" charset="0"/>
          <a:cs typeface="Noto Sans" panose="020B0502040504020204" pitchFamily="34" charset="0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b="0" i="0" kern="1200">
          <a:solidFill>
            <a:schemeClr val="tx1"/>
          </a:solidFill>
          <a:latin typeface="+mn-lt"/>
          <a:ea typeface="Noto Sans" panose="020B0502040504020204" pitchFamily="34" charset="0"/>
          <a:cs typeface="Noto Sans" panose="020B0502040504020204" pitchFamily="34" charset="0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b="0" i="0" kern="1200">
          <a:solidFill>
            <a:schemeClr val="tx1"/>
          </a:solidFill>
          <a:latin typeface="+mn-lt"/>
          <a:ea typeface="Noto Sans" panose="020B0502040504020204" pitchFamily="34" charset="0"/>
          <a:cs typeface="Noto Sans" panose="020B0502040504020204" pitchFamily="34" charset="0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b="0" i="0" kern="1200">
          <a:solidFill>
            <a:schemeClr val="tx1"/>
          </a:solidFill>
          <a:latin typeface="+mn-lt"/>
          <a:ea typeface="Noto Sans" panose="020B0502040504020204" pitchFamily="34" charset="0"/>
          <a:cs typeface="Noto Sans" panose="020B0502040504020204" pitchFamily="34" charset="0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b="0" i="0" kern="1200">
          <a:solidFill>
            <a:schemeClr val="tx1"/>
          </a:solidFill>
          <a:latin typeface="+mn-lt"/>
          <a:ea typeface="Noto Sans" panose="020B0502040504020204" pitchFamily="34" charset="0"/>
          <a:cs typeface="Noto Sans" panose="020B0502040504020204" pitchFamily="34" charset="0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40" userDrawn="1">
          <p15:clr>
            <a:srgbClr val="F26B43"/>
          </p15:clr>
        </p15:guide>
        <p15:guide id="2" pos="57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13" Type="http://schemas.openxmlformats.org/officeDocument/2006/relationships/image" Target="../media/image14.png"/><Relationship Id="rId18" Type="http://schemas.openxmlformats.org/officeDocument/2006/relationships/image" Target="../media/image19.png"/><Relationship Id="rId3" Type="http://schemas.openxmlformats.org/officeDocument/2006/relationships/image" Target="../media/image4.png"/><Relationship Id="rId7" Type="http://schemas.openxmlformats.org/officeDocument/2006/relationships/image" Target="../media/image8.jpeg"/><Relationship Id="rId12" Type="http://schemas.openxmlformats.org/officeDocument/2006/relationships/image" Target="../media/image13.png"/><Relationship Id="rId17" Type="http://schemas.openxmlformats.org/officeDocument/2006/relationships/image" Target="../media/image18.jpeg"/><Relationship Id="rId2" Type="http://schemas.openxmlformats.org/officeDocument/2006/relationships/image" Target="../media/image3.png"/><Relationship Id="rId16" Type="http://schemas.openxmlformats.org/officeDocument/2006/relationships/image" Target="../media/image17.jpe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jpeg"/><Relationship Id="rId11" Type="http://schemas.openxmlformats.org/officeDocument/2006/relationships/image" Target="../media/image12.svg"/><Relationship Id="rId5" Type="http://schemas.openxmlformats.org/officeDocument/2006/relationships/image" Target="../media/image6.png"/><Relationship Id="rId15" Type="http://schemas.openxmlformats.org/officeDocument/2006/relationships/image" Target="../media/image16.svg"/><Relationship Id="rId10" Type="http://schemas.openxmlformats.org/officeDocument/2006/relationships/image" Target="../media/image11.png"/><Relationship Id="rId19" Type="http://schemas.openxmlformats.org/officeDocument/2006/relationships/image" Target="../media/image20.jpeg"/><Relationship Id="rId4" Type="http://schemas.openxmlformats.org/officeDocument/2006/relationships/image" Target="../media/image5.jpeg"/><Relationship Id="rId9" Type="http://schemas.openxmlformats.org/officeDocument/2006/relationships/image" Target="../media/image10.png"/><Relationship Id="rId1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Relationship Id="rId4" Type="http://schemas.microsoft.com/office/2007/relationships/hdphoto" Target="../media/hdphoto2.wdp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9.png"/><Relationship Id="rId4" Type="http://schemas.openxmlformats.org/officeDocument/2006/relationships/image" Target="../media/image28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6.png"/><Relationship Id="rId4" Type="http://schemas.openxmlformats.org/officeDocument/2006/relationships/image" Target="../media/image35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g"/><Relationship Id="rId7" Type="http://schemas.openxmlformats.org/officeDocument/2006/relationships/hyperlink" Target="about:blank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41.png"/><Relationship Id="rId5" Type="http://schemas.microsoft.com/office/2007/relationships/hdphoto" Target="../media/hdphoto4.wdp"/><Relationship Id="rId4" Type="http://schemas.openxmlformats.org/officeDocument/2006/relationships/image" Target="../media/image40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10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0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jpg"/><Relationship Id="rId1" Type="http://schemas.openxmlformats.org/officeDocument/2006/relationships/slideLayout" Target="../slideLayouts/slideLayout10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0.jpe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59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2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jp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6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0.PNG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0.gif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gif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3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7.PNG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0.PNG"/><Relationship Id="rId1" Type="http://schemas.openxmlformats.org/officeDocument/2006/relationships/slideLayout" Target="../slideLayouts/slideLayout10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png"/><Relationship Id="rId3" Type="http://schemas.openxmlformats.org/officeDocument/2006/relationships/image" Target="../media/image81.png"/><Relationship Id="rId7" Type="http://schemas.openxmlformats.org/officeDocument/2006/relationships/customXml" Target="../ink/ink4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3.png"/><Relationship Id="rId5" Type="http://schemas.openxmlformats.org/officeDocument/2006/relationships/customXml" Target="../ink/ink3.xml"/><Relationship Id="rId10" Type="http://schemas.openxmlformats.org/officeDocument/2006/relationships/image" Target="../media/image85.png"/><Relationship Id="rId4" Type="http://schemas.openxmlformats.org/officeDocument/2006/relationships/image" Target="../media/image82.png"/><Relationship Id="rId9" Type="http://schemas.openxmlformats.org/officeDocument/2006/relationships/customXml" Target="../ink/ink5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8.png"/><Relationship Id="rId5" Type="http://schemas.openxmlformats.org/officeDocument/2006/relationships/customXml" Target="../ink/ink8.xml"/><Relationship Id="rId4" Type="http://schemas.openxmlformats.org/officeDocument/2006/relationships/image" Target="../media/image7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03E83-EF63-A321-C80A-A42D1425F3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3352800"/>
            <a:ext cx="16002000" cy="3581400"/>
          </a:xfrm>
          <a:noFill/>
        </p:spPr>
        <p:txBody>
          <a:bodyPr>
            <a:normAutofit fontScale="90000"/>
          </a:bodyPr>
          <a:lstStyle/>
          <a:p>
            <a:r>
              <a:rPr lang="en-IN" sz="17800" b="1" dirty="0">
                <a:solidFill>
                  <a:srgbClr val="7030A0"/>
                </a:solidFill>
                <a:latin typeface="Leelawadee UI Semilight" panose="020B0402040204020203" pitchFamily="34" charset="-34"/>
                <a:cs typeface="Leelawadee UI Semilight" panose="020B0402040204020203" pitchFamily="34" charset="-34"/>
              </a:rPr>
              <a:t>Machine</a:t>
            </a:r>
            <a:r>
              <a:rPr lang="en-IN" sz="17800" dirty="0">
                <a:latin typeface="Leelawadee UI Semilight" panose="020B0402040204020203" pitchFamily="34" charset="-34"/>
                <a:cs typeface="Leelawadee UI Semilight" panose="020B0402040204020203" pitchFamily="34" charset="-34"/>
              </a:rPr>
              <a:t> Learning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68F7DE-A3AF-AAFD-2D70-5603BA7FB01B}"/>
              </a:ext>
            </a:extLst>
          </p:cNvPr>
          <p:cNvSpPr txBox="1"/>
          <p:nvPr/>
        </p:nvSpPr>
        <p:spPr>
          <a:xfrm>
            <a:off x="4589567" y="6738718"/>
            <a:ext cx="103293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6000" dirty="0"/>
              <a:t>a comprehensive introduction</a:t>
            </a:r>
          </a:p>
        </p:txBody>
      </p:sp>
    </p:spTree>
    <p:extLst>
      <p:ext uri="{BB962C8B-B14F-4D97-AF65-F5344CB8AC3E}">
        <p14:creationId xmlns:p14="http://schemas.microsoft.com/office/powerpoint/2010/main" val="35648877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7030A0"/>
                </a:solidFill>
              </a:rPr>
              <a:t> Concepts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10850" y="2748947"/>
            <a:ext cx="7349987" cy="849018"/>
          </a:xfrm>
          <a:prstGeom prst="roundRect">
            <a:avLst/>
          </a:prstGeom>
          <a:gradFill flip="none" rotWithShape="1">
            <a:gsLst>
              <a:gs pos="0">
                <a:srgbClr val="7030A0"/>
              </a:gs>
              <a:gs pos="100000">
                <a:srgbClr val="002060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What is Data Science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10850" y="5104521"/>
            <a:ext cx="7349987" cy="849018"/>
          </a:xfrm>
          <a:prstGeom prst="roundRect">
            <a:avLst/>
          </a:prstGeom>
          <a:gradFill>
            <a:gsLst>
              <a:gs pos="0">
                <a:srgbClr val="7030A0"/>
              </a:gs>
              <a:gs pos="100000">
                <a:srgbClr val="002060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Machine Learning Algorithms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10850" y="7460096"/>
            <a:ext cx="11743082" cy="849018"/>
          </a:xfrm>
          <a:prstGeom prst="roundRect">
            <a:avLst/>
          </a:prstGeom>
          <a:gradFill>
            <a:gsLst>
              <a:gs pos="0">
                <a:srgbClr val="7030A0"/>
              </a:gs>
              <a:gs pos="100000">
                <a:srgbClr val="002060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Build Machine Learning model for face recognition</a:t>
            </a:r>
          </a:p>
        </p:txBody>
      </p:sp>
      <p:sp>
        <p:nvSpPr>
          <p:cNvPr id="3" name="Oval 2"/>
          <p:cNvSpPr/>
          <p:nvPr/>
        </p:nvSpPr>
        <p:spPr>
          <a:xfrm>
            <a:off x="1257300" y="2536033"/>
            <a:ext cx="1292088" cy="1252331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01</a:t>
            </a:r>
            <a:endParaRPr lang="en-US" sz="2700" dirty="0"/>
          </a:p>
        </p:txBody>
      </p:sp>
      <p:sp>
        <p:nvSpPr>
          <p:cNvPr id="5" name="Oval 4"/>
          <p:cNvSpPr/>
          <p:nvPr/>
        </p:nvSpPr>
        <p:spPr>
          <a:xfrm>
            <a:off x="1257300" y="4891607"/>
            <a:ext cx="1292088" cy="1252331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02</a:t>
            </a:r>
            <a:endParaRPr lang="en-US" sz="2700" dirty="0"/>
          </a:p>
        </p:txBody>
      </p:sp>
      <p:sp>
        <p:nvSpPr>
          <p:cNvPr id="11" name="Oval 10"/>
          <p:cNvSpPr/>
          <p:nvPr/>
        </p:nvSpPr>
        <p:spPr>
          <a:xfrm>
            <a:off x="1257300" y="7247182"/>
            <a:ext cx="1292088" cy="1252331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03</a:t>
            </a:r>
            <a:endParaRPr lang="en-US" sz="2700" dirty="0"/>
          </a:p>
        </p:txBody>
      </p:sp>
    </p:spTree>
    <p:extLst>
      <p:ext uri="{BB962C8B-B14F-4D97-AF65-F5344CB8AC3E}">
        <p14:creationId xmlns:p14="http://schemas.microsoft.com/office/powerpoint/2010/main" val="84013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10" grpId="0" animBg="1"/>
      <p:bldP spid="3" grpId="0" animBg="1"/>
      <p:bldP spid="5" grpId="0" animBg="1"/>
      <p:bldP spid="1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C7CED-FCB6-7A13-D817-A29CE387F8D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Science</a:t>
            </a:r>
          </a:p>
        </p:txBody>
      </p:sp>
    </p:spTree>
    <p:extLst>
      <p:ext uri="{BB962C8B-B14F-4D97-AF65-F5344CB8AC3E}">
        <p14:creationId xmlns:p14="http://schemas.microsoft.com/office/powerpoint/2010/main" val="30521476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8" descr="Image result for artificial intelligence"/>
          <p:cNvPicPr>
            <a:picLocks noChangeAspect="1" noChangeArrowheads="1"/>
          </p:cNvPicPr>
          <p:nvPr/>
        </p:nvPicPr>
        <p:blipFill>
          <a:blip r:embed="rId3" cstate="print"/>
          <a:srcRect l="20111" r="21419"/>
          <a:stretch/>
        </p:blipFill>
        <p:spPr bwMode="auto">
          <a:xfrm>
            <a:off x="13843351" y="379435"/>
            <a:ext cx="4099034" cy="3012282"/>
          </a:xfrm>
          <a:prstGeom prst="rect">
            <a:avLst/>
          </a:prstGeom>
          <a:noFill/>
        </p:spPr>
      </p:pic>
      <p:pic>
        <p:nvPicPr>
          <p:cNvPr id="2050" name="Picture 2" descr="Image result for machine learning kick jobs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4450" y="1771898"/>
            <a:ext cx="13658418" cy="6629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2315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 descr="Who Owns Chat GPT?">
            <a:extLst>
              <a:ext uri="{FF2B5EF4-FFF2-40B4-BE49-F238E27FC236}">
                <a16:creationId xmlns:a16="http://schemas.microsoft.com/office/drawing/2014/main" id="{CFC1F8C8-3136-7FAB-A209-883B149EF9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3332" y="1947095"/>
            <a:ext cx="2592000" cy="14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955772-936C-6D64-149D-AD47A39DE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7030A0"/>
                </a:solidFill>
              </a:rPr>
              <a:t>100+ </a:t>
            </a:r>
            <a:r>
              <a:rPr lang="en-IN" dirty="0"/>
              <a:t>AI tool available in market</a:t>
            </a:r>
          </a:p>
        </p:txBody>
      </p:sp>
      <p:pic>
        <p:nvPicPr>
          <p:cNvPr id="4" name="Picture 4" descr="Gemini (language model) - Wikipedia">
            <a:extLst>
              <a:ext uri="{FF2B5EF4-FFF2-40B4-BE49-F238E27FC236}">
                <a16:creationId xmlns:a16="http://schemas.microsoft.com/office/drawing/2014/main" id="{6A888BBF-4201-CB46-CDAB-AD0D729473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54741" y="1709531"/>
            <a:ext cx="3891891" cy="14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8" descr="An Introduction to Claude AI - by Pranath Fernando">
            <a:extLst>
              <a:ext uri="{FF2B5EF4-FFF2-40B4-BE49-F238E27FC236}">
                <a16:creationId xmlns:a16="http://schemas.microsoft.com/office/drawing/2014/main" id="{04505151-38CE-F7DE-591B-E5B07C1A168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51" t="33660" r="1671" b="31983"/>
          <a:stretch/>
        </p:blipFill>
        <p:spPr bwMode="auto">
          <a:xfrm>
            <a:off x="9203533" y="2127095"/>
            <a:ext cx="4286123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10" descr="Download the Microsoft Copilot AI Mobile App | Microsoft Copilot">
            <a:extLst>
              <a:ext uri="{FF2B5EF4-FFF2-40B4-BE49-F238E27FC236}">
                <a16:creationId xmlns:a16="http://schemas.microsoft.com/office/drawing/2014/main" id="{348C0EAF-15A7-11B7-1374-261BBC5311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8700" y="2102549"/>
            <a:ext cx="3770180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12" descr="Adobe Firefly Uses Artificial Intelligence to Create Art for You | PCMag">
            <a:extLst>
              <a:ext uri="{FF2B5EF4-FFF2-40B4-BE49-F238E27FC236}">
                <a16:creationId xmlns:a16="http://schemas.microsoft.com/office/drawing/2014/main" id="{A695D3F6-4AF7-E213-3482-330A35AB6B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8700" y="5365661"/>
            <a:ext cx="3840000" cy="21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14" descr="Midjourney AI: Unleashing the Potential of Advanced Artificial Intelligence  - Aicritic.com">
            <a:extLst>
              <a:ext uri="{FF2B5EF4-FFF2-40B4-BE49-F238E27FC236}">
                <a16:creationId xmlns:a16="http://schemas.microsoft.com/office/drawing/2014/main" id="{1202BDF6-8D21-1A9D-385A-7BCEBEF7E25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37" t="13447" r="7463" b="13802"/>
          <a:stretch/>
        </p:blipFill>
        <p:spPr bwMode="auto">
          <a:xfrm>
            <a:off x="1135282" y="5457677"/>
            <a:ext cx="3440001" cy="21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16" descr="What is GitHub Copilot? - ESPC Conference, 2025">
            <a:extLst>
              <a:ext uri="{FF2B5EF4-FFF2-40B4-BE49-F238E27FC236}">
                <a16:creationId xmlns:a16="http://schemas.microsoft.com/office/drawing/2014/main" id="{4D4B054B-8BCB-0791-A6D7-4D8D8C5F2A3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93" t="16026" r="19529" b="27553"/>
          <a:stretch/>
        </p:blipFill>
        <p:spPr bwMode="auto">
          <a:xfrm>
            <a:off x="964052" y="3780113"/>
            <a:ext cx="3874648" cy="14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" descr="Meta logo and the history of the business | LogoMyWay">
            <a:extLst>
              <a:ext uri="{FF2B5EF4-FFF2-40B4-BE49-F238E27FC236}">
                <a16:creationId xmlns:a16="http://schemas.microsoft.com/office/drawing/2014/main" id="{9C69000A-35DE-D3E6-CCD8-83D143A033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6307" y="3564228"/>
            <a:ext cx="1496000" cy="14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AutoShape 2" descr="Gamma – Free AI Apps">
            <a:extLst>
              <a:ext uri="{FF2B5EF4-FFF2-40B4-BE49-F238E27FC236}">
                <a16:creationId xmlns:a16="http://schemas.microsoft.com/office/drawing/2014/main" id="{8231478D-58D0-E358-CCB6-FA9CCDD9381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A7393810-80E0-61EC-8BF8-76EBA6ACB53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 l="8897" t="31693" r="10029" b="29155"/>
          <a:stretch/>
        </p:blipFill>
        <p:spPr>
          <a:xfrm>
            <a:off x="8150772" y="3534659"/>
            <a:ext cx="4472913" cy="1440000"/>
          </a:xfrm>
          <a:prstGeom prst="rect">
            <a:avLst/>
          </a:prstGeom>
        </p:spPr>
      </p:pic>
      <p:pic>
        <p:nvPicPr>
          <p:cNvPr id="2052" name="Picture 4" descr="9 Best AI Presentation Software in 2023 to Nail Your Next Pitch - Samantha  Brandon">
            <a:extLst>
              <a:ext uri="{FF2B5EF4-FFF2-40B4-BE49-F238E27FC236}">
                <a16:creationId xmlns:a16="http://schemas.microsoft.com/office/drawing/2014/main" id="{D60E774E-856C-E4A8-70EB-9AD01D8D2F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37825" y="3610047"/>
            <a:ext cx="4286123" cy="1423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How to Use DALL-E 3 to Generate Images - thinglabs">
            <a:extLst>
              <a:ext uri="{FF2B5EF4-FFF2-40B4-BE49-F238E27FC236}">
                <a16:creationId xmlns:a16="http://schemas.microsoft.com/office/drawing/2014/main" id="{81B7B3F9-121F-3F14-A383-075EBF05F74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49" t="28194" r="7683" b="26540"/>
          <a:stretch/>
        </p:blipFill>
        <p:spPr bwMode="auto">
          <a:xfrm>
            <a:off x="8981448" y="5512192"/>
            <a:ext cx="4243782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5AA28CB4-24A4-0C88-A7FB-15B3E747E620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3413184" y="5494275"/>
            <a:ext cx="4396662" cy="1440000"/>
          </a:xfrm>
          <a:prstGeom prst="rect">
            <a:avLst/>
          </a:prstGeom>
        </p:spPr>
      </p:pic>
      <p:pic>
        <p:nvPicPr>
          <p:cNvPr id="2058" name="Picture 10" descr="AI Animation Software • AI Animation">
            <a:extLst>
              <a:ext uri="{FF2B5EF4-FFF2-40B4-BE49-F238E27FC236}">
                <a16:creationId xmlns:a16="http://schemas.microsoft.com/office/drawing/2014/main" id="{B35DB4EF-0D7F-9DAD-0947-282E5F46607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888" t="36176" r="15990" b="36176"/>
          <a:stretch/>
        </p:blipFill>
        <p:spPr bwMode="auto">
          <a:xfrm>
            <a:off x="1192423" y="7971213"/>
            <a:ext cx="3053818" cy="737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What is Descript and How Can it Be Used to Teach? | Tech &amp; Learning">
            <a:extLst>
              <a:ext uri="{FF2B5EF4-FFF2-40B4-BE49-F238E27FC236}">
                <a16:creationId xmlns:a16="http://schemas.microsoft.com/office/drawing/2014/main" id="{BA9FD87C-C825-8A98-CD61-66C45718448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287" b="28430"/>
          <a:stretch/>
        </p:blipFill>
        <p:spPr bwMode="auto">
          <a:xfrm>
            <a:off x="4574437" y="7763225"/>
            <a:ext cx="4148344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20" descr="A logo on a white background&#10;&#10;AI-generated content may be incorrect.">
            <a:extLst>
              <a:ext uri="{FF2B5EF4-FFF2-40B4-BE49-F238E27FC236}">
                <a16:creationId xmlns:a16="http://schemas.microsoft.com/office/drawing/2014/main" id="{1308BA3D-49B0-FF3B-5A15-2B1E67A17E1E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255" t="19755" r="33734" b="22837"/>
          <a:stretch/>
        </p:blipFill>
        <p:spPr>
          <a:xfrm>
            <a:off x="9565221" y="7298884"/>
            <a:ext cx="2897219" cy="2160000"/>
          </a:xfrm>
          <a:prstGeom prst="rect">
            <a:avLst/>
          </a:prstGeom>
        </p:spPr>
      </p:pic>
      <p:pic>
        <p:nvPicPr>
          <p:cNvPr id="2066" name="Picture 18" descr="Durable - AIgantic">
            <a:extLst>
              <a:ext uri="{FF2B5EF4-FFF2-40B4-BE49-F238E27FC236}">
                <a16:creationId xmlns:a16="http://schemas.microsoft.com/office/drawing/2014/main" id="{04BB1F06-CA7B-0D48-54E5-120080990B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5270" y="7134060"/>
            <a:ext cx="3647448" cy="20516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147509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790E1-01F3-044C-39E3-35C8043C9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7030A0"/>
                </a:solidFill>
              </a:rPr>
              <a:t>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5E86D6-BA97-20E2-9050-A88776F2D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7300" y="2146853"/>
            <a:ext cx="16368548" cy="1817190"/>
          </a:xfrm>
        </p:spPr>
        <p:txBody>
          <a:bodyPr>
            <a:normAutofit fontScale="925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800" dirty="0"/>
              <a:t>In computing, data is </a:t>
            </a:r>
            <a:r>
              <a:rPr lang="en-US" sz="2800" b="1" dirty="0">
                <a:solidFill>
                  <a:srgbClr val="7030A0"/>
                </a:solidFill>
              </a:rPr>
              <a:t>information</a:t>
            </a:r>
            <a:r>
              <a:rPr lang="en-US" sz="2800" dirty="0"/>
              <a:t> that has been translated into a form that is efficient for movement or processing. Relative to today's computers and transmission media, data is information converted into binary digital form</a:t>
            </a:r>
            <a:endParaRPr lang="en-IN" sz="2800" dirty="0"/>
          </a:p>
        </p:txBody>
      </p:sp>
      <p:pic>
        <p:nvPicPr>
          <p:cNvPr id="3078" name="Picture 6" descr="Data Visualization: Buy, Build or Hybrid? - Plantignum">
            <a:extLst>
              <a:ext uri="{FF2B5EF4-FFF2-40B4-BE49-F238E27FC236}">
                <a16:creationId xmlns:a16="http://schemas.microsoft.com/office/drawing/2014/main" id="{61140485-F802-2994-8F77-EDCC00DD11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3917" y="3964042"/>
            <a:ext cx="11240814" cy="6322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157793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600" b="1" dirty="0">
                <a:solidFill>
                  <a:srgbClr val="7030A0"/>
                </a:solidFill>
              </a:rPr>
              <a:t>Learning</a:t>
            </a:r>
            <a:r>
              <a:rPr lang="en-US" sz="5600" dirty="0"/>
              <a:t> from Data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C062410C-8D65-5CE3-F333-62EFC321828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05779010"/>
              </p:ext>
            </p:extLst>
          </p:nvPr>
        </p:nvGraphicFramePr>
        <p:xfrm>
          <a:off x="4155888" y="1709531"/>
          <a:ext cx="9976224" cy="812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D088A58-C3E2-36F2-168E-7E5DBD97E9F3}"/>
              </a:ext>
            </a:extLst>
          </p:cNvPr>
          <p:cNvCxnSpPr/>
          <p:nvPr/>
        </p:nvCxnSpPr>
        <p:spPr>
          <a:xfrm flipH="1" flipV="1">
            <a:off x="9481285" y="1709531"/>
            <a:ext cx="5092262" cy="7969907"/>
          </a:xfrm>
          <a:prstGeom prst="straightConnector1">
            <a:avLst/>
          </a:prstGeom>
          <a:ln w="28575">
            <a:solidFill>
              <a:srgbClr val="7030A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DB9C8979-259A-EDE8-7E2C-9DF54222292C}"/>
              </a:ext>
            </a:extLst>
          </p:cNvPr>
          <p:cNvSpPr txBox="1"/>
          <p:nvPr/>
        </p:nvSpPr>
        <p:spPr>
          <a:xfrm>
            <a:off x="14398152" y="9080179"/>
            <a:ext cx="12987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Collecting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8ABDCB-D52D-81E4-59D3-72BF86DD49A2}"/>
              </a:ext>
            </a:extLst>
          </p:cNvPr>
          <p:cNvSpPr txBox="1"/>
          <p:nvPr/>
        </p:nvSpPr>
        <p:spPr>
          <a:xfrm>
            <a:off x="13566772" y="7773809"/>
            <a:ext cx="1395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Organizing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D4D739-ED58-A4E5-D17D-5B0044EAB637}"/>
              </a:ext>
            </a:extLst>
          </p:cNvPr>
          <p:cNvSpPr txBox="1"/>
          <p:nvPr/>
        </p:nvSpPr>
        <p:spPr>
          <a:xfrm>
            <a:off x="12753414" y="6435906"/>
            <a:ext cx="16330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Summarizing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D54FC7-46D6-947A-061E-8A3CAD2B9A66}"/>
              </a:ext>
            </a:extLst>
          </p:cNvPr>
          <p:cNvSpPr txBox="1"/>
          <p:nvPr/>
        </p:nvSpPr>
        <p:spPr>
          <a:xfrm>
            <a:off x="11865518" y="5113769"/>
            <a:ext cx="12731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Analysing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70B24D4-2D17-0A2D-A8AB-C6D13407A9B4}"/>
              </a:ext>
            </a:extLst>
          </p:cNvPr>
          <p:cNvSpPr txBox="1"/>
          <p:nvPr/>
        </p:nvSpPr>
        <p:spPr>
          <a:xfrm>
            <a:off x="10982272" y="3791632"/>
            <a:ext cx="15670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Synthesizing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38567B8-3447-1DF0-F39E-1488BE794E7B}"/>
              </a:ext>
            </a:extLst>
          </p:cNvPr>
          <p:cNvSpPr txBox="1"/>
          <p:nvPr/>
        </p:nvSpPr>
        <p:spPr>
          <a:xfrm>
            <a:off x="10158929" y="2469495"/>
            <a:ext cx="1992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Decision Making</a:t>
            </a:r>
          </a:p>
        </p:txBody>
      </p:sp>
    </p:spTree>
    <p:extLst>
      <p:ext uri="{BB962C8B-B14F-4D97-AF65-F5344CB8AC3E}">
        <p14:creationId xmlns:p14="http://schemas.microsoft.com/office/powerpoint/2010/main" val="17637650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Data</a:t>
            </a:r>
            <a:r>
              <a:rPr lang="en-US" dirty="0"/>
              <a:t> Science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57300" y="2762370"/>
            <a:ext cx="15773400" cy="7118593"/>
          </a:xfrm>
        </p:spPr>
        <p:txBody>
          <a:bodyPr>
            <a:normAutofit/>
          </a:bodyPr>
          <a:lstStyle/>
          <a:p>
            <a:r>
              <a:rPr lang="en-US" sz="3600" b="1" dirty="0"/>
              <a:t>Process of extracting knowledge from data</a:t>
            </a:r>
          </a:p>
          <a:p>
            <a:pPr lvl="1"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en-US" sz="2800" dirty="0"/>
              <a:t>Preparation</a:t>
            </a:r>
          </a:p>
          <a:p>
            <a:pPr lvl="1"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en-US" sz="2800" dirty="0"/>
              <a:t>Analyze</a:t>
            </a:r>
          </a:p>
          <a:p>
            <a:pPr lvl="1"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en-US" sz="2800" dirty="0"/>
              <a:t>Models</a:t>
            </a:r>
          </a:p>
          <a:p>
            <a:pPr lvl="1"/>
            <a:endParaRPr lang="en-US" b="1" dirty="0"/>
          </a:p>
        </p:txBody>
      </p:sp>
      <p:sp>
        <p:nvSpPr>
          <p:cNvPr id="4" name="TextBox 3"/>
          <p:cNvSpPr txBox="1"/>
          <p:nvPr/>
        </p:nvSpPr>
        <p:spPr>
          <a:xfrm>
            <a:off x="1257301" y="1982035"/>
            <a:ext cx="7230377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700" dirty="0"/>
              <a:t>Dealing with unstructured and structured data</a:t>
            </a:r>
          </a:p>
        </p:txBody>
      </p:sp>
    </p:spTree>
    <p:extLst>
      <p:ext uri="{BB962C8B-B14F-4D97-AF65-F5344CB8AC3E}">
        <p14:creationId xmlns:p14="http://schemas.microsoft.com/office/powerpoint/2010/main" val="3032633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88498-10F7-BFB8-E20C-67B010717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7030A0"/>
                </a:solidFill>
              </a:rPr>
              <a:t>Raw Data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E8180D0-A57B-B463-CA5C-9B20C650FA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3601" y="1869075"/>
            <a:ext cx="13140798" cy="7208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71586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090DB8-A3D8-7BE8-78D7-63EC9E902C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15373-B4E9-9F3D-09F5-B1BE1EEBB2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7030A0"/>
                </a:solidFill>
              </a:rPr>
              <a:t>Preparing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22A4341-A559-76C0-B303-8915FD4622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309917" y="2114127"/>
            <a:ext cx="5668166" cy="6058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79742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6C5030-6B8F-6A9A-F43C-69C76FB52C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27381-7D05-59AC-731E-6F8F2C6EF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600" b="1" dirty="0">
                <a:solidFill>
                  <a:srgbClr val="7030A0"/>
                </a:solidFill>
              </a:rPr>
              <a:t>Learning</a:t>
            </a:r>
            <a:r>
              <a:rPr lang="en-US" sz="5600" dirty="0"/>
              <a:t> from Data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6AC9D9B2-B044-3171-023D-783440B51941}"/>
              </a:ext>
            </a:extLst>
          </p:cNvPr>
          <p:cNvGraphicFramePr/>
          <p:nvPr/>
        </p:nvGraphicFramePr>
        <p:xfrm>
          <a:off x="4155888" y="1709531"/>
          <a:ext cx="9976224" cy="812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DAE1D0D-54EF-FAA2-842D-688AF6483581}"/>
              </a:ext>
            </a:extLst>
          </p:cNvPr>
          <p:cNvCxnSpPr/>
          <p:nvPr/>
        </p:nvCxnSpPr>
        <p:spPr>
          <a:xfrm flipH="1" flipV="1">
            <a:off x="9481285" y="1709531"/>
            <a:ext cx="5092262" cy="7969907"/>
          </a:xfrm>
          <a:prstGeom prst="straightConnector1">
            <a:avLst/>
          </a:prstGeom>
          <a:ln w="28575">
            <a:solidFill>
              <a:srgbClr val="7030A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4C4712E-1638-1F28-CCCB-B8F47E2CD958}"/>
              </a:ext>
            </a:extLst>
          </p:cNvPr>
          <p:cNvSpPr txBox="1"/>
          <p:nvPr/>
        </p:nvSpPr>
        <p:spPr>
          <a:xfrm>
            <a:off x="14398152" y="9080179"/>
            <a:ext cx="12987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Collecting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321F3A-A785-AF91-75C1-60EC2F335B4F}"/>
              </a:ext>
            </a:extLst>
          </p:cNvPr>
          <p:cNvSpPr txBox="1"/>
          <p:nvPr/>
        </p:nvSpPr>
        <p:spPr>
          <a:xfrm>
            <a:off x="13566772" y="7773809"/>
            <a:ext cx="1395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Organizing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41ABE8-B2E9-50DE-FAD0-2E9E97D6F0F9}"/>
              </a:ext>
            </a:extLst>
          </p:cNvPr>
          <p:cNvSpPr txBox="1"/>
          <p:nvPr/>
        </p:nvSpPr>
        <p:spPr>
          <a:xfrm>
            <a:off x="12753414" y="6435906"/>
            <a:ext cx="16330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Summarizing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ED50B7-B5CC-4873-3632-0A49B31F0D64}"/>
              </a:ext>
            </a:extLst>
          </p:cNvPr>
          <p:cNvSpPr txBox="1"/>
          <p:nvPr/>
        </p:nvSpPr>
        <p:spPr>
          <a:xfrm>
            <a:off x="11865518" y="5113769"/>
            <a:ext cx="12731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Analysing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C75F670-9165-FCE5-5429-8DE430FD6FCB}"/>
              </a:ext>
            </a:extLst>
          </p:cNvPr>
          <p:cNvSpPr txBox="1"/>
          <p:nvPr/>
        </p:nvSpPr>
        <p:spPr>
          <a:xfrm>
            <a:off x="10982272" y="3791632"/>
            <a:ext cx="15670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Synthesizing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2E114C7-8A73-BB41-D96A-C1796087F418}"/>
              </a:ext>
            </a:extLst>
          </p:cNvPr>
          <p:cNvSpPr txBox="1"/>
          <p:nvPr/>
        </p:nvSpPr>
        <p:spPr>
          <a:xfrm>
            <a:off x="10158929" y="2469495"/>
            <a:ext cx="1992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Decision Making</a:t>
            </a:r>
          </a:p>
        </p:txBody>
      </p:sp>
    </p:spTree>
    <p:extLst>
      <p:ext uri="{BB962C8B-B14F-4D97-AF65-F5344CB8AC3E}">
        <p14:creationId xmlns:p14="http://schemas.microsoft.com/office/powerpoint/2010/main" val="32213399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CB64D5E-FA26-DEA1-D982-C4B924D23F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099544" y="1685442"/>
            <a:ext cx="12088912" cy="6916115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90CF9DCD-FB92-1893-071E-CB79AA06F24E}"/>
              </a:ext>
            </a:extLst>
          </p:cNvPr>
          <p:cNvSpPr txBox="1">
            <a:spLocks/>
          </p:cNvSpPr>
          <p:nvPr/>
        </p:nvSpPr>
        <p:spPr>
          <a:xfrm>
            <a:off x="1257300" y="547689"/>
            <a:ext cx="15773400" cy="1042572"/>
          </a:xfrm>
          <a:prstGeom prst="rect">
            <a:avLst/>
          </a:prstGeom>
        </p:spPr>
        <p:txBody>
          <a:bodyPr/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b="1" dirty="0">
                <a:solidFill>
                  <a:srgbClr val="7030A0"/>
                </a:solidFill>
              </a:rPr>
              <a:t>Analysis</a:t>
            </a:r>
          </a:p>
        </p:txBody>
      </p:sp>
    </p:spTree>
    <p:extLst>
      <p:ext uri="{BB962C8B-B14F-4D97-AF65-F5344CB8AC3E}">
        <p14:creationId xmlns:p14="http://schemas.microsoft.com/office/powerpoint/2010/main" val="20609840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107A9D1-1F28-786B-21E5-FC25408814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023218" y="1519040"/>
            <a:ext cx="14241564" cy="724892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BC551FB3-5A91-798E-927F-18130E9B8BC0}"/>
              </a:ext>
            </a:extLst>
          </p:cNvPr>
          <p:cNvSpPr txBox="1">
            <a:spLocks/>
          </p:cNvSpPr>
          <p:nvPr/>
        </p:nvSpPr>
        <p:spPr>
          <a:xfrm>
            <a:off x="1257300" y="547689"/>
            <a:ext cx="15773400" cy="1042572"/>
          </a:xfrm>
          <a:prstGeom prst="rect">
            <a:avLst/>
          </a:prstGeom>
        </p:spPr>
        <p:txBody>
          <a:bodyPr/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b="1" dirty="0">
                <a:solidFill>
                  <a:srgbClr val="7030A0"/>
                </a:solidFill>
              </a:rPr>
              <a:t>Insights</a:t>
            </a:r>
          </a:p>
        </p:txBody>
      </p:sp>
    </p:spTree>
    <p:extLst>
      <p:ext uri="{BB962C8B-B14F-4D97-AF65-F5344CB8AC3E}">
        <p14:creationId xmlns:p14="http://schemas.microsoft.com/office/powerpoint/2010/main" val="12346399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6127" y="85686"/>
            <a:ext cx="15291486" cy="1464276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Data Analysis </a:t>
            </a:r>
            <a:r>
              <a:rPr lang="en-US" dirty="0"/>
              <a:t>Life cycle</a:t>
            </a:r>
          </a:p>
        </p:txBody>
      </p:sp>
      <p:sp>
        <p:nvSpPr>
          <p:cNvPr id="4" name="Rectangle 3"/>
          <p:cNvSpPr/>
          <p:nvPr/>
        </p:nvSpPr>
        <p:spPr>
          <a:xfrm>
            <a:off x="1117266" y="2260114"/>
            <a:ext cx="3134673" cy="12007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</a:rPr>
              <a:t>Raw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6494387" y="2175612"/>
            <a:ext cx="4245429" cy="13716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</a:rPr>
              <a:t>Data Understanding</a:t>
            </a:r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4819613" y="2547257"/>
            <a:ext cx="1240971" cy="3329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flipH="1">
            <a:off x="4763564" y="3245837"/>
            <a:ext cx="1219199" cy="0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11529543" y="3753654"/>
            <a:ext cx="4245429" cy="13716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</a:rPr>
              <a:t>Data Preparation</a:t>
            </a:r>
          </a:p>
        </p:txBody>
      </p:sp>
      <p:cxnSp>
        <p:nvCxnSpPr>
          <p:cNvPr id="17" name="Straight Arrow Connector 16"/>
          <p:cNvCxnSpPr/>
          <p:nvPr/>
        </p:nvCxnSpPr>
        <p:spPr>
          <a:xfrm>
            <a:off x="12205568" y="2945914"/>
            <a:ext cx="564018" cy="514940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11528424" y="6278712"/>
            <a:ext cx="4245429" cy="13716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</a:rPr>
              <a:t>Analyzing and Visualization</a:t>
            </a:r>
          </a:p>
        </p:txBody>
      </p:sp>
      <p:cxnSp>
        <p:nvCxnSpPr>
          <p:cNvPr id="26" name="Straight Arrow Connector 25"/>
          <p:cNvCxnSpPr/>
          <p:nvPr/>
        </p:nvCxnSpPr>
        <p:spPr>
          <a:xfrm flipH="1">
            <a:off x="13651139" y="5418056"/>
            <a:ext cx="1118" cy="567855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H="1">
            <a:off x="13651139" y="7879904"/>
            <a:ext cx="1119" cy="568358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12083802" y="8545622"/>
            <a:ext cx="3134673" cy="12007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</a:rPr>
              <a:t>Insights</a:t>
            </a:r>
          </a:p>
        </p:txBody>
      </p:sp>
      <p:cxnSp>
        <p:nvCxnSpPr>
          <p:cNvPr id="20" name="Curved Connector 19"/>
          <p:cNvCxnSpPr/>
          <p:nvPr/>
        </p:nvCxnSpPr>
        <p:spPr>
          <a:xfrm>
            <a:off x="4251940" y="2886962"/>
            <a:ext cx="9399200" cy="5685138"/>
          </a:xfrm>
          <a:prstGeom prst="curvedConnector2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0387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 animBg="1"/>
      <p:bldP spid="16" grpId="0" animBg="1"/>
      <p:bldP spid="2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C194979B-ED00-AA15-5FF4-53EC52B03A2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642" r="22456"/>
          <a:stretch/>
        </p:blipFill>
        <p:spPr>
          <a:xfrm>
            <a:off x="12862530" y="1317855"/>
            <a:ext cx="4951643" cy="4388293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551939" y="113819"/>
            <a:ext cx="15291486" cy="1464276"/>
          </a:xfrm>
        </p:spPr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Statistics</a:t>
            </a:r>
            <a:r>
              <a:rPr lang="en-US" dirty="0"/>
              <a:t> for Data understanding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1117266" y="2260114"/>
            <a:ext cx="3134673" cy="12007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</a:rPr>
              <a:t>Raw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6494387" y="2175612"/>
            <a:ext cx="4245429" cy="13716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</a:rPr>
              <a:t>Data Understanding</a:t>
            </a:r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4819613" y="2547257"/>
            <a:ext cx="1240971" cy="3329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flipH="1">
            <a:off x="4763564" y="3245837"/>
            <a:ext cx="1219199" cy="0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/>
          <p:cNvCxnSpPr>
            <a:stCxn id="5" idx="2"/>
          </p:cNvCxnSpPr>
          <p:nvPr/>
        </p:nvCxnSpPr>
        <p:spPr>
          <a:xfrm>
            <a:off x="8617101" y="3547212"/>
            <a:ext cx="0" cy="1354572"/>
          </a:xfrm>
          <a:prstGeom prst="line">
            <a:avLst/>
          </a:prstGeom>
          <a:ln w="5715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H="1">
            <a:off x="7243665" y="4901784"/>
            <a:ext cx="1373436" cy="1702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AutoShape 4" descr="Image result for data understanding"/>
          <p:cNvSpPr>
            <a:spLocks noChangeAspect="1" noChangeArrowheads="1"/>
          </p:cNvSpPr>
          <p:nvPr/>
        </p:nvSpPr>
        <p:spPr bwMode="auto">
          <a:xfrm>
            <a:off x="233363" y="-216694"/>
            <a:ext cx="457200" cy="457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37160" tIns="68580" rIns="137160" bIns="68580" numCol="1" anchor="t" anchorCtr="0" compatLnSpc="1">
            <a:prstTxWarp prst="textNoShape">
              <a:avLst/>
            </a:prstTxWarp>
          </a:bodyPr>
          <a:lstStyle/>
          <a:p>
            <a:endParaRPr lang="en-US" sz="2700"/>
          </a:p>
        </p:txBody>
      </p:sp>
      <p:sp>
        <p:nvSpPr>
          <p:cNvPr id="14" name="AutoShape 6" descr="Image result for data understanding"/>
          <p:cNvSpPr>
            <a:spLocks noChangeAspect="1" noChangeArrowheads="1"/>
          </p:cNvSpPr>
          <p:nvPr/>
        </p:nvSpPr>
        <p:spPr bwMode="auto">
          <a:xfrm>
            <a:off x="461963" y="11906"/>
            <a:ext cx="457200" cy="457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37160" tIns="68580" rIns="137160" bIns="68580" numCol="1" anchor="t" anchorCtr="0" compatLnSpc="1">
            <a:prstTxWarp prst="textNoShape">
              <a:avLst/>
            </a:prstTxWarp>
          </a:bodyPr>
          <a:lstStyle/>
          <a:p>
            <a:endParaRPr lang="en-US" sz="2700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7641" y="5454799"/>
            <a:ext cx="4922178" cy="3903797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893586" y="6625694"/>
            <a:ext cx="286997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/>
              <a:t>How to Collect data ?</a:t>
            </a:r>
          </a:p>
        </p:txBody>
      </p:sp>
      <p:cxnSp>
        <p:nvCxnSpPr>
          <p:cNvPr id="30" name="Straight Arrow Connector 29"/>
          <p:cNvCxnSpPr/>
          <p:nvPr/>
        </p:nvCxnSpPr>
        <p:spPr>
          <a:xfrm flipH="1">
            <a:off x="4251940" y="5488865"/>
            <a:ext cx="1434989" cy="975305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4776373" y="4744974"/>
            <a:ext cx="286997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/>
              <a:t>Statistics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71431" y="7645367"/>
            <a:ext cx="286997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/>
              <a:t>Analysis Data</a:t>
            </a:r>
          </a:p>
        </p:txBody>
      </p:sp>
      <p:cxnSp>
        <p:nvCxnSpPr>
          <p:cNvPr id="35" name="Straight Arrow Connector 34"/>
          <p:cNvCxnSpPr>
            <a:stCxn id="33" idx="2"/>
          </p:cNvCxnSpPr>
          <p:nvPr/>
        </p:nvCxnSpPr>
        <p:spPr>
          <a:xfrm flipH="1">
            <a:off x="5686928" y="5575971"/>
            <a:ext cx="524435" cy="1907871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7267663" y="7121273"/>
            <a:ext cx="286997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Conclusion from data</a:t>
            </a:r>
          </a:p>
        </p:txBody>
      </p:sp>
      <p:cxnSp>
        <p:nvCxnSpPr>
          <p:cNvPr id="39" name="Straight Arrow Connector 38"/>
          <p:cNvCxnSpPr/>
          <p:nvPr/>
        </p:nvCxnSpPr>
        <p:spPr>
          <a:xfrm>
            <a:off x="6941471" y="5622137"/>
            <a:ext cx="1315499" cy="1400099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6761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9" grpId="0"/>
      <p:bldP spid="33" grpId="0"/>
      <p:bldP spid="34" grpId="0"/>
      <p:bldP spid="3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551939" y="113819"/>
            <a:ext cx="15291486" cy="1464276"/>
          </a:xfrm>
        </p:spPr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Statistics</a:t>
            </a:r>
            <a:r>
              <a:rPr lang="en-US" dirty="0"/>
              <a:t> for Data understanding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1117266" y="2260114"/>
            <a:ext cx="3134673" cy="12007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</a:rPr>
              <a:t>Raw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6494387" y="2175612"/>
            <a:ext cx="4245429" cy="13716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</a:rPr>
              <a:t>Data Understanding</a:t>
            </a:r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4819613" y="2547257"/>
            <a:ext cx="1240971" cy="3329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flipH="1">
            <a:off x="4763564" y="3245837"/>
            <a:ext cx="1219199" cy="0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AutoShape 4" descr="Image result for data understanding"/>
          <p:cNvSpPr>
            <a:spLocks noChangeAspect="1" noChangeArrowheads="1"/>
          </p:cNvSpPr>
          <p:nvPr/>
        </p:nvSpPr>
        <p:spPr bwMode="auto">
          <a:xfrm>
            <a:off x="233363" y="-216694"/>
            <a:ext cx="457200" cy="457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37160" tIns="68580" rIns="137160" bIns="68580" numCol="1" anchor="t" anchorCtr="0" compatLnSpc="1">
            <a:prstTxWarp prst="textNoShape">
              <a:avLst/>
            </a:prstTxWarp>
          </a:bodyPr>
          <a:lstStyle/>
          <a:p>
            <a:endParaRPr lang="en-US" sz="2700"/>
          </a:p>
        </p:txBody>
      </p:sp>
      <p:sp>
        <p:nvSpPr>
          <p:cNvPr id="14" name="AutoShape 6" descr="Image result for data understanding"/>
          <p:cNvSpPr>
            <a:spLocks noChangeAspect="1" noChangeArrowheads="1"/>
          </p:cNvSpPr>
          <p:nvPr/>
        </p:nvSpPr>
        <p:spPr bwMode="auto">
          <a:xfrm>
            <a:off x="461963" y="11906"/>
            <a:ext cx="457200" cy="457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37160" tIns="68580" rIns="137160" bIns="68580" numCol="1" anchor="t" anchorCtr="0" compatLnSpc="1">
            <a:prstTxWarp prst="textNoShape">
              <a:avLst/>
            </a:prstTxWarp>
          </a:bodyPr>
          <a:lstStyle/>
          <a:p>
            <a:endParaRPr lang="en-US" sz="2700"/>
          </a:p>
        </p:txBody>
      </p:sp>
      <p:sp>
        <p:nvSpPr>
          <p:cNvPr id="21" name="Rectangle 20"/>
          <p:cNvSpPr/>
          <p:nvPr/>
        </p:nvSpPr>
        <p:spPr>
          <a:xfrm>
            <a:off x="11529543" y="3753654"/>
            <a:ext cx="4245429" cy="13716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</a:rPr>
              <a:t>Data Preparation</a:t>
            </a:r>
          </a:p>
        </p:txBody>
      </p:sp>
      <p:cxnSp>
        <p:nvCxnSpPr>
          <p:cNvPr id="22" name="Straight Arrow Connector 21"/>
          <p:cNvCxnSpPr/>
          <p:nvPr/>
        </p:nvCxnSpPr>
        <p:spPr>
          <a:xfrm>
            <a:off x="12205568" y="2945914"/>
            <a:ext cx="564018" cy="514940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2050" name="Picture 2" descr="Related imag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28634" y="6604149"/>
            <a:ext cx="2815915" cy="31479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" name="Straight Connector 9"/>
          <p:cNvCxnSpPr>
            <a:stCxn id="21" idx="1"/>
          </p:cNvCxnSpPr>
          <p:nvPr/>
        </p:nvCxnSpPr>
        <p:spPr>
          <a:xfrm flipH="1">
            <a:off x="4251939" y="4439454"/>
            <a:ext cx="7277604" cy="1262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4251939" y="4452079"/>
            <a:ext cx="0" cy="9443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507699" y="5645695"/>
            <a:ext cx="17538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Extract </a:t>
            </a:r>
            <a:endParaRPr lang="en-US" sz="2700" b="1" dirty="0"/>
          </a:p>
        </p:txBody>
      </p:sp>
      <p:sp>
        <p:nvSpPr>
          <p:cNvPr id="31" name="TextBox 30"/>
          <p:cNvSpPr txBox="1"/>
          <p:nvPr/>
        </p:nvSpPr>
        <p:spPr>
          <a:xfrm>
            <a:off x="6137455" y="5645695"/>
            <a:ext cx="27846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Transform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65844" y="5670826"/>
            <a:ext cx="19836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Loading</a:t>
            </a:r>
          </a:p>
        </p:txBody>
      </p:sp>
      <p:cxnSp>
        <p:nvCxnSpPr>
          <p:cNvPr id="36" name="Straight Arrow Connector 35"/>
          <p:cNvCxnSpPr/>
          <p:nvPr/>
        </p:nvCxnSpPr>
        <p:spPr>
          <a:xfrm>
            <a:off x="7346900" y="4439455"/>
            <a:ext cx="0" cy="9443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>
            <a:off x="10189532" y="4439453"/>
            <a:ext cx="0" cy="9443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98" name="Picture 2" descr="SQL Training Courses - SkillForge">
            <a:extLst>
              <a:ext uri="{FF2B5EF4-FFF2-40B4-BE49-F238E27FC236}">
                <a16:creationId xmlns:a16="http://schemas.microsoft.com/office/drawing/2014/main" id="{613F76FD-9347-73F9-C5DA-53A7168F2F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0776" y="5859223"/>
            <a:ext cx="2464196" cy="2595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Apache Spark - Wikipedia">
            <a:extLst>
              <a:ext uri="{FF2B5EF4-FFF2-40B4-BE49-F238E27FC236}">
                <a16:creationId xmlns:a16="http://schemas.microsoft.com/office/drawing/2014/main" id="{56A27355-46B3-E396-5480-A33A31BD9C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42874" y="8072656"/>
            <a:ext cx="2815915" cy="1464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08925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31" grpId="0"/>
      <p:bldP spid="3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551939" y="113819"/>
            <a:ext cx="15291486" cy="1464276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Data Analysis </a:t>
            </a:r>
            <a:r>
              <a:rPr lang="en-US" dirty="0"/>
              <a:t>Life cycle</a:t>
            </a:r>
          </a:p>
        </p:txBody>
      </p:sp>
      <p:sp>
        <p:nvSpPr>
          <p:cNvPr id="4" name="Rectangle 3"/>
          <p:cNvSpPr/>
          <p:nvPr/>
        </p:nvSpPr>
        <p:spPr>
          <a:xfrm>
            <a:off x="1117266" y="2260114"/>
            <a:ext cx="3134673" cy="12007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</a:rPr>
              <a:t>Raw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6494387" y="2175612"/>
            <a:ext cx="4245429" cy="13716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</a:rPr>
              <a:t>Data Understanding</a:t>
            </a:r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4819613" y="2547257"/>
            <a:ext cx="1240971" cy="3329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flipH="1">
            <a:off x="4763564" y="3245837"/>
            <a:ext cx="1219199" cy="0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11529543" y="3753654"/>
            <a:ext cx="4245429" cy="13716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</a:rPr>
              <a:t>Data Preparation</a:t>
            </a:r>
          </a:p>
        </p:txBody>
      </p:sp>
      <p:cxnSp>
        <p:nvCxnSpPr>
          <p:cNvPr id="17" name="Straight Arrow Connector 16"/>
          <p:cNvCxnSpPr/>
          <p:nvPr/>
        </p:nvCxnSpPr>
        <p:spPr>
          <a:xfrm>
            <a:off x="12205568" y="2945914"/>
            <a:ext cx="564018" cy="514940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11528424" y="6278712"/>
            <a:ext cx="4245429" cy="13716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</a:rPr>
              <a:t>Analyzing and Visualization</a:t>
            </a:r>
          </a:p>
        </p:txBody>
      </p:sp>
      <p:cxnSp>
        <p:nvCxnSpPr>
          <p:cNvPr id="26" name="Straight Arrow Connector 25"/>
          <p:cNvCxnSpPr/>
          <p:nvPr/>
        </p:nvCxnSpPr>
        <p:spPr>
          <a:xfrm flipH="1">
            <a:off x="13651139" y="5418056"/>
            <a:ext cx="1118" cy="567855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H="1">
            <a:off x="13651139" y="7879904"/>
            <a:ext cx="1119" cy="568358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12083802" y="8545622"/>
            <a:ext cx="3134673" cy="12007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</a:rPr>
              <a:t>Insights</a:t>
            </a:r>
          </a:p>
        </p:txBody>
      </p:sp>
      <p:pic>
        <p:nvPicPr>
          <p:cNvPr id="10" name="Picture 9" descr="A close up of a sign&#10;&#10;Description generated with high confidence">
            <a:extLst>
              <a:ext uri="{FF2B5EF4-FFF2-40B4-BE49-F238E27FC236}">
                <a16:creationId xmlns:a16="http://schemas.microsoft.com/office/drawing/2014/main" id="{4EA746F0-095F-45C3-ABAA-D8A799DB14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032" y="5143820"/>
            <a:ext cx="2816645" cy="1112454"/>
          </a:xfrm>
          <a:prstGeom prst="rect">
            <a:avLst/>
          </a:prstGeom>
        </p:spPr>
      </p:pic>
      <p:pic>
        <p:nvPicPr>
          <p:cNvPr id="13" name="Picture 12" descr="A close up of a logo&#10;&#10;Description generated with very high confidence">
            <a:extLst>
              <a:ext uri="{FF2B5EF4-FFF2-40B4-BE49-F238E27FC236}">
                <a16:creationId xmlns:a16="http://schemas.microsoft.com/office/drawing/2014/main" id="{733F4B30-6BCA-4362-B215-52E0E6FE079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553" y="7442050"/>
            <a:ext cx="3381440" cy="1820342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ABB1DD0F-EDF1-4062-A507-F6AD185C56F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3282" y="7268425"/>
            <a:ext cx="6086475" cy="1685925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93549746-8DFA-47A3-9057-523B7AD74EA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7504" y="4481879"/>
            <a:ext cx="7200900" cy="1428750"/>
          </a:xfrm>
          <a:prstGeom prst="rect">
            <a:avLst/>
          </a:prstGeom>
        </p:spPr>
      </p:pic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BB29D8D-F3E5-4EA6-B47E-48CAB1D07D4C}"/>
              </a:ext>
            </a:extLst>
          </p:cNvPr>
          <p:cNvCxnSpPr>
            <a:cxnSpLocks/>
            <a:stCxn id="25" idx="1"/>
          </p:cNvCxnSpPr>
          <p:nvPr/>
        </p:nvCxnSpPr>
        <p:spPr>
          <a:xfrm flipH="1" flipV="1">
            <a:off x="8827479" y="6365634"/>
            <a:ext cx="2700945" cy="598878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7683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Data </a:t>
            </a:r>
            <a:r>
              <a:rPr lang="en-US" dirty="0"/>
              <a:t>Science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Process of extracting knowledge from data</a:t>
            </a:r>
          </a:p>
          <a:p>
            <a:pPr marL="0" indent="0">
              <a:buNone/>
            </a:pPr>
            <a:endParaRPr lang="en-US" sz="4800" b="1" dirty="0"/>
          </a:p>
          <a:p>
            <a:r>
              <a:rPr lang="en-US" sz="4800" dirty="0"/>
              <a:t>Using </a:t>
            </a:r>
            <a:r>
              <a:rPr lang="en-US" sz="4800" dirty="0">
                <a:solidFill>
                  <a:srgbClr val="7030A0"/>
                </a:solidFill>
              </a:rPr>
              <a:t>knowledge</a:t>
            </a:r>
            <a:r>
              <a:rPr lang="en-US" sz="4800" dirty="0"/>
              <a:t> predict the unknown</a:t>
            </a:r>
            <a:endParaRPr lang="en-US" dirty="0"/>
          </a:p>
          <a:p>
            <a:pPr lvl="1"/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5981820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83058" y="144615"/>
            <a:ext cx="15291486" cy="1464276"/>
          </a:xfrm>
        </p:spPr>
        <p:txBody>
          <a:bodyPr/>
          <a:lstStyle/>
          <a:p>
            <a:r>
              <a:rPr lang="en-US" dirty="0"/>
              <a:t>Where it is used</a:t>
            </a:r>
          </a:p>
        </p:txBody>
      </p:sp>
      <p:sp>
        <p:nvSpPr>
          <p:cNvPr id="4" name="Rectangle 3"/>
          <p:cNvSpPr/>
          <p:nvPr/>
        </p:nvSpPr>
        <p:spPr>
          <a:xfrm>
            <a:off x="942089" y="3239738"/>
            <a:ext cx="3134673" cy="12007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</a:rPr>
              <a:t>Insights</a:t>
            </a:r>
          </a:p>
        </p:txBody>
      </p:sp>
      <p:cxnSp>
        <p:nvCxnSpPr>
          <p:cNvPr id="7" name="Straight Arrow Connector 6"/>
          <p:cNvCxnSpPr>
            <a:endCxn id="18" idx="1"/>
          </p:cNvCxnSpPr>
          <p:nvPr/>
        </p:nvCxnSpPr>
        <p:spPr>
          <a:xfrm>
            <a:off x="4076762" y="3840109"/>
            <a:ext cx="9516449" cy="25706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13593210" y="3265444"/>
            <a:ext cx="3134673" cy="12007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</a:rPr>
              <a:t>Prediction or Decisions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519454" y="2918174"/>
            <a:ext cx="815009" cy="536531"/>
          </a:xfrm>
          <a:prstGeom prst="rightArrow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sp>
        <p:nvSpPr>
          <p:cNvPr id="19" name="Rectangle 18"/>
          <p:cNvSpPr/>
          <p:nvPr/>
        </p:nvSpPr>
        <p:spPr>
          <a:xfrm>
            <a:off x="5389348" y="2569358"/>
            <a:ext cx="3147524" cy="10022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</a:rPr>
              <a:t>Machine Learning</a:t>
            </a:r>
          </a:p>
        </p:txBody>
      </p:sp>
      <p:cxnSp>
        <p:nvCxnSpPr>
          <p:cNvPr id="13" name="Straight Connector 12"/>
          <p:cNvCxnSpPr/>
          <p:nvPr/>
        </p:nvCxnSpPr>
        <p:spPr>
          <a:xfrm>
            <a:off x="5383103" y="2866841"/>
            <a:ext cx="18735" cy="5355968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V="1">
            <a:off x="5383103" y="4692913"/>
            <a:ext cx="914400" cy="2"/>
          </a:xfrm>
          <a:prstGeom prst="straightConnector1">
            <a:avLst/>
          </a:prstGeom>
          <a:ln w="57150">
            <a:solidFill>
              <a:srgbClr val="7030A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392412" y="4349710"/>
            <a:ext cx="23987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Regression</a:t>
            </a:r>
          </a:p>
        </p:txBody>
      </p:sp>
      <p:cxnSp>
        <p:nvCxnSpPr>
          <p:cNvPr id="11" name="Straight Arrow Connector 10"/>
          <p:cNvCxnSpPr/>
          <p:nvPr/>
        </p:nvCxnSpPr>
        <p:spPr>
          <a:xfrm flipV="1">
            <a:off x="5378907" y="5459804"/>
            <a:ext cx="914400" cy="2"/>
          </a:xfrm>
          <a:prstGeom prst="straightConnector1">
            <a:avLst/>
          </a:prstGeom>
          <a:ln w="57150">
            <a:solidFill>
              <a:srgbClr val="7030A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316238" y="5169836"/>
            <a:ext cx="27077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Times Series</a:t>
            </a:r>
          </a:p>
        </p:txBody>
      </p:sp>
      <p:cxnSp>
        <p:nvCxnSpPr>
          <p:cNvPr id="16" name="Straight Arrow Connector 15"/>
          <p:cNvCxnSpPr/>
          <p:nvPr/>
        </p:nvCxnSpPr>
        <p:spPr>
          <a:xfrm flipV="1">
            <a:off x="5341526" y="6240866"/>
            <a:ext cx="914400" cy="2"/>
          </a:xfrm>
          <a:prstGeom prst="straightConnector1">
            <a:avLst/>
          </a:prstGeom>
          <a:ln w="57150">
            <a:solidFill>
              <a:srgbClr val="7030A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325349" y="5863363"/>
            <a:ext cx="28472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Classification</a:t>
            </a:r>
          </a:p>
        </p:txBody>
      </p:sp>
      <p:cxnSp>
        <p:nvCxnSpPr>
          <p:cNvPr id="20" name="Straight Arrow Connector 19"/>
          <p:cNvCxnSpPr/>
          <p:nvPr/>
        </p:nvCxnSpPr>
        <p:spPr>
          <a:xfrm flipV="1">
            <a:off x="5334377" y="7148663"/>
            <a:ext cx="914400" cy="2"/>
          </a:xfrm>
          <a:prstGeom prst="straightConnector1">
            <a:avLst/>
          </a:prstGeom>
          <a:ln w="57150">
            <a:solidFill>
              <a:srgbClr val="7030A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394994" y="6775780"/>
            <a:ext cx="22505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Clustering</a:t>
            </a:r>
          </a:p>
        </p:txBody>
      </p:sp>
      <p:cxnSp>
        <p:nvCxnSpPr>
          <p:cNvPr id="22" name="Straight Arrow Connector 21"/>
          <p:cNvCxnSpPr>
            <a:cxnSpLocks/>
          </p:cNvCxnSpPr>
          <p:nvPr/>
        </p:nvCxnSpPr>
        <p:spPr>
          <a:xfrm>
            <a:off x="5334377" y="8078180"/>
            <a:ext cx="981862" cy="0"/>
          </a:xfrm>
          <a:prstGeom prst="straightConnector1">
            <a:avLst/>
          </a:prstGeom>
          <a:ln w="57150">
            <a:solidFill>
              <a:srgbClr val="7030A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297503" y="7697776"/>
            <a:ext cx="37353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Association Rules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0889810" y="4839081"/>
            <a:ext cx="7583927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/>
              <a:t>Concept of Modelling: </a:t>
            </a:r>
          </a:p>
          <a:p>
            <a:r>
              <a:rPr lang="en-US" sz="3000" dirty="0"/>
              <a:t>From easy to measure parameters predict hard to measure</a:t>
            </a:r>
          </a:p>
          <a:p>
            <a:r>
              <a:rPr lang="en-US" sz="3000" dirty="0" err="1"/>
              <a:t>Eg</a:t>
            </a:r>
            <a:r>
              <a:rPr lang="en-US" sz="3000" dirty="0"/>
              <a:t>:</a:t>
            </a:r>
          </a:p>
          <a:p>
            <a:r>
              <a:rPr lang="en-US" sz="3000" i="1" dirty="0">
                <a:solidFill>
                  <a:schemeClr val="accent2"/>
                </a:solidFill>
              </a:rPr>
              <a:t>- Age, Gender, Income, Education level etc.</a:t>
            </a:r>
          </a:p>
          <a:p>
            <a:r>
              <a:rPr lang="en-US" sz="3000" dirty="0"/>
              <a:t>	</a:t>
            </a:r>
          </a:p>
          <a:p>
            <a:r>
              <a:rPr lang="en-US" sz="3000" dirty="0"/>
              <a:t>and a difficult-to-measure metric</a:t>
            </a:r>
          </a:p>
          <a:p>
            <a:r>
              <a:rPr lang="en-US" sz="3000" i="1" dirty="0">
                <a:solidFill>
                  <a:schemeClr val="accent2"/>
                </a:solidFill>
              </a:rPr>
              <a:t>- Amount of loan to give; Will she buy or not; How many days 	a patient will stay in the hospital etc.,</a:t>
            </a:r>
          </a:p>
          <a:p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1545565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9" grpId="0" animBg="1"/>
      <p:bldP spid="28" grpId="0"/>
      <p:bldP spid="14" grpId="0"/>
      <p:bldP spid="17" grpId="0"/>
      <p:bldP spid="21" grpId="0"/>
      <p:bldP spid="23" grpId="0"/>
      <p:bldP spid="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5780" y="1"/>
            <a:ext cx="15773400" cy="1988345"/>
          </a:xfrm>
        </p:spPr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Regression: </a:t>
            </a:r>
            <a:r>
              <a:rPr lang="en-US" dirty="0"/>
              <a:t>Predictive Maintenance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5780" y="1549366"/>
            <a:ext cx="93174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2C4D"/>
                </a:solidFill>
                <a:ea typeface="+mn-lt"/>
                <a:cs typeface="+mn-lt"/>
              </a:rPr>
              <a:t>Over Several years many maintenance strategies emerged.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467882" y="6486851"/>
            <a:ext cx="17283518" cy="34739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28625" indent="-428625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000" b="1" dirty="0">
                <a:ea typeface="+mn-lt"/>
                <a:cs typeface="+mn-lt"/>
              </a:rPr>
              <a:t>Reactive Maintenance: </a:t>
            </a:r>
            <a:r>
              <a:rPr lang="en-US" sz="3000" dirty="0">
                <a:ea typeface="+mn-lt"/>
                <a:cs typeface="+mn-lt"/>
              </a:rPr>
              <a:t>Fixes issues after they occur.</a:t>
            </a:r>
          </a:p>
          <a:p>
            <a:pPr marL="428625" indent="-428625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000" b="1" dirty="0">
                <a:ea typeface="+mn-lt"/>
                <a:cs typeface="+mn-lt"/>
              </a:rPr>
              <a:t>Preventive Maintenance: </a:t>
            </a:r>
            <a:r>
              <a:rPr lang="en-US" sz="3000" dirty="0">
                <a:ea typeface="+mn-lt"/>
                <a:cs typeface="+mn-lt"/>
              </a:rPr>
              <a:t>Fixes issues before they occur by following a schedule based on failure experience.</a:t>
            </a:r>
          </a:p>
          <a:p>
            <a:pPr marL="428625" indent="-428625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000" b="1" dirty="0">
                <a:ea typeface="+mn-lt"/>
                <a:cs typeface="+mn-lt"/>
              </a:rPr>
              <a:t>Predictive Maintenance: </a:t>
            </a:r>
            <a:r>
              <a:rPr lang="en-US" sz="3000" dirty="0">
                <a:ea typeface="+mn-lt"/>
                <a:cs typeface="+mn-lt"/>
              </a:rPr>
              <a:t>Fixes issues before they occur but considers the actual utilization of the equipment instead of working from a fixed schedule.</a:t>
            </a:r>
            <a:endParaRPr lang="en-US" sz="3000" dirty="0"/>
          </a:p>
        </p:txBody>
      </p:sp>
      <p:grpSp>
        <p:nvGrpSpPr>
          <p:cNvPr id="1032" name="Group 1031"/>
          <p:cNvGrpSpPr/>
          <p:nvPr/>
        </p:nvGrpSpPr>
        <p:grpSpPr>
          <a:xfrm>
            <a:off x="701916" y="2173084"/>
            <a:ext cx="17476925" cy="4243994"/>
            <a:chOff x="467944" y="1525532"/>
            <a:chExt cx="11651283" cy="2829329"/>
          </a:xfrm>
        </p:grpSpPr>
        <p:grpSp>
          <p:nvGrpSpPr>
            <p:cNvPr id="1030" name="Group 1029"/>
            <p:cNvGrpSpPr/>
            <p:nvPr/>
          </p:nvGrpSpPr>
          <p:grpSpPr>
            <a:xfrm>
              <a:off x="467944" y="1525532"/>
              <a:ext cx="11651283" cy="2829329"/>
              <a:chOff x="397282" y="1354009"/>
              <a:chExt cx="11651283" cy="2829329"/>
            </a:xfrm>
          </p:grpSpPr>
          <p:grpSp>
            <p:nvGrpSpPr>
              <p:cNvPr id="185" name="Group 184"/>
              <p:cNvGrpSpPr/>
              <p:nvPr/>
            </p:nvGrpSpPr>
            <p:grpSpPr>
              <a:xfrm>
                <a:off x="431165" y="1520234"/>
                <a:ext cx="3186494" cy="2123107"/>
                <a:chOff x="53949" y="3623861"/>
                <a:chExt cx="4473999" cy="2980955"/>
              </a:xfrm>
            </p:grpSpPr>
            <p:sp>
              <p:nvSpPr>
                <p:cNvPr id="186" name="Multiplication Sign 16">
                  <a:extLst>
                    <a:ext uri="{FF2B5EF4-FFF2-40B4-BE49-F238E27FC236}">
                      <a16:creationId xmlns:a16="http://schemas.microsoft.com/office/drawing/2014/main" id="{A7A414DB-9E97-4B8F-B8F4-6B49C5F185BB}"/>
                    </a:ext>
                  </a:extLst>
                </p:cNvPr>
                <p:cNvSpPr/>
                <p:nvPr/>
              </p:nvSpPr>
              <p:spPr>
                <a:xfrm>
                  <a:off x="2270936" y="4004281"/>
                  <a:ext cx="266698" cy="208425"/>
                </a:xfrm>
                <a:prstGeom prst="mathMultiply">
                  <a:avLst/>
                </a:prstGeom>
                <a:solidFill>
                  <a:srgbClr val="FF0000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100">
                    <a:solidFill>
                      <a:srgbClr val="004976"/>
                    </a:solidFill>
                  </a:endParaRPr>
                </a:p>
              </p:txBody>
            </p:sp>
            <p:sp>
              <p:nvSpPr>
                <p:cNvPr id="187" name="Multiplication Sign 17">
                  <a:extLst>
                    <a:ext uri="{FF2B5EF4-FFF2-40B4-BE49-F238E27FC236}">
                      <a16:creationId xmlns:a16="http://schemas.microsoft.com/office/drawing/2014/main" id="{53ABDD5D-B153-47CE-B40A-850CD01164EB}"/>
                    </a:ext>
                  </a:extLst>
                </p:cNvPr>
                <p:cNvSpPr/>
                <p:nvPr/>
              </p:nvSpPr>
              <p:spPr>
                <a:xfrm>
                  <a:off x="3395398" y="4509552"/>
                  <a:ext cx="266698" cy="208425"/>
                </a:xfrm>
                <a:prstGeom prst="mathMultiply">
                  <a:avLst/>
                </a:prstGeom>
                <a:solidFill>
                  <a:srgbClr val="FF0000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100">
                    <a:solidFill>
                      <a:srgbClr val="004976"/>
                    </a:solidFill>
                  </a:endParaRPr>
                </a:p>
              </p:txBody>
            </p:sp>
            <p:sp>
              <p:nvSpPr>
                <p:cNvPr id="188" name="Multiplication Sign 18">
                  <a:extLst>
                    <a:ext uri="{FF2B5EF4-FFF2-40B4-BE49-F238E27FC236}">
                      <a16:creationId xmlns:a16="http://schemas.microsoft.com/office/drawing/2014/main" id="{0E62DE7F-575E-46A6-8298-DB09A1DD2E18}"/>
                    </a:ext>
                  </a:extLst>
                </p:cNvPr>
                <p:cNvSpPr/>
                <p:nvPr/>
              </p:nvSpPr>
              <p:spPr>
                <a:xfrm>
                  <a:off x="2852299" y="4976929"/>
                  <a:ext cx="266698" cy="208425"/>
                </a:xfrm>
                <a:prstGeom prst="mathMultiply">
                  <a:avLst/>
                </a:prstGeom>
                <a:solidFill>
                  <a:srgbClr val="FF0000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100">
                    <a:solidFill>
                      <a:srgbClr val="004976"/>
                    </a:solidFill>
                  </a:endParaRPr>
                </a:p>
              </p:txBody>
            </p:sp>
            <p:sp>
              <p:nvSpPr>
                <p:cNvPr id="189" name="Multiplication Sign 19">
                  <a:extLst>
                    <a:ext uri="{FF2B5EF4-FFF2-40B4-BE49-F238E27FC236}">
                      <a16:creationId xmlns:a16="http://schemas.microsoft.com/office/drawing/2014/main" id="{857B9C51-3259-43B7-89C2-602F3DFB3660}"/>
                    </a:ext>
                  </a:extLst>
                </p:cNvPr>
                <p:cNvSpPr/>
                <p:nvPr/>
              </p:nvSpPr>
              <p:spPr>
                <a:xfrm>
                  <a:off x="2171087" y="5494833"/>
                  <a:ext cx="266698" cy="208425"/>
                </a:xfrm>
                <a:prstGeom prst="mathMultiply">
                  <a:avLst/>
                </a:prstGeom>
                <a:solidFill>
                  <a:srgbClr val="FF0000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100">
                    <a:solidFill>
                      <a:srgbClr val="004976"/>
                    </a:solidFill>
                  </a:endParaRPr>
                </a:p>
              </p:txBody>
            </p:sp>
            <p:sp>
              <p:nvSpPr>
                <p:cNvPr id="190" name="Multiplication Sign 20">
                  <a:extLst>
                    <a:ext uri="{FF2B5EF4-FFF2-40B4-BE49-F238E27FC236}">
                      <a16:creationId xmlns:a16="http://schemas.microsoft.com/office/drawing/2014/main" id="{EBFF0C63-0283-4083-93E6-5CB77567E492}"/>
                    </a:ext>
                  </a:extLst>
                </p:cNvPr>
                <p:cNvSpPr/>
                <p:nvPr/>
              </p:nvSpPr>
              <p:spPr>
                <a:xfrm>
                  <a:off x="2998747" y="5968524"/>
                  <a:ext cx="266698" cy="208425"/>
                </a:xfrm>
                <a:prstGeom prst="mathMultiply">
                  <a:avLst/>
                </a:prstGeom>
                <a:solidFill>
                  <a:srgbClr val="FF0000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100">
                    <a:solidFill>
                      <a:srgbClr val="004976"/>
                    </a:solidFill>
                  </a:endParaRPr>
                </a:p>
              </p:txBody>
            </p:sp>
            <p:pic>
              <p:nvPicPr>
                <p:cNvPr id="191" name="Graphic 29" descr="Tools">
                  <a:extLst>
                    <a:ext uri="{FF2B5EF4-FFF2-40B4-BE49-F238E27FC236}">
                      <a16:creationId xmlns:a16="http://schemas.microsoft.com/office/drawing/2014/main" id="{D5F01310-19C9-49A1-A462-72A7E694001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biLevel thresh="75000"/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325107" y="4209548"/>
                  <a:ext cx="257869" cy="229704"/>
                </a:xfrm>
                <a:prstGeom prst="rect">
                  <a:avLst/>
                </a:prstGeom>
              </p:spPr>
            </p:pic>
            <p:pic>
              <p:nvPicPr>
                <p:cNvPr id="192" name="Graphic 29" descr="Tools">
                  <a:extLst>
                    <a:ext uri="{FF2B5EF4-FFF2-40B4-BE49-F238E27FC236}">
                      <a16:creationId xmlns:a16="http://schemas.microsoft.com/office/drawing/2014/main" id="{6B7DCAD3-9505-49AE-8EB1-53BCB5AC0EB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biLevel thresh="75000"/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432903" y="4714820"/>
                  <a:ext cx="257870" cy="229704"/>
                </a:xfrm>
                <a:prstGeom prst="rect">
                  <a:avLst/>
                </a:prstGeom>
              </p:spPr>
            </p:pic>
            <p:pic>
              <p:nvPicPr>
                <p:cNvPr id="193" name="Graphic 29" descr="Tools">
                  <a:extLst>
                    <a:ext uri="{FF2B5EF4-FFF2-40B4-BE49-F238E27FC236}">
                      <a16:creationId xmlns:a16="http://schemas.microsoft.com/office/drawing/2014/main" id="{84E4ED84-ABE4-4DF9-AA46-59A27952C64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biLevel thresh="75000"/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906473" y="5182196"/>
                  <a:ext cx="257869" cy="229704"/>
                </a:xfrm>
                <a:prstGeom prst="rect">
                  <a:avLst/>
                </a:prstGeom>
              </p:spPr>
            </p:pic>
            <p:pic>
              <p:nvPicPr>
                <p:cNvPr id="194" name="Graphic 29" descr="Tools">
                  <a:extLst>
                    <a:ext uri="{FF2B5EF4-FFF2-40B4-BE49-F238E27FC236}">
                      <a16:creationId xmlns:a16="http://schemas.microsoft.com/office/drawing/2014/main" id="{6A4323BA-3759-4073-9F01-CB66A9B34FF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biLevel thresh="75000"/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216928" y="5700100"/>
                  <a:ext cx="257869" cy="229704"/>
                </a:xfrm>
                <a:prstGeom prst="rect">
                  <a:avLst/>
                </a:prstGeom>
              </p:spPr>
            </p:pic>
            <p:pic>
              <p:nvPicPr>
                <p:cNvPr id="195" name="Graphic 29" descr="Tools">
                  <a:extLst>
                    <a:ext uri="{FF2B5EF4-FFF2-40B4-BE49-F238E27FC236}">
                      <a16:creationId xmlns:a16="http://schemas.microsoft.com/office/drawing/2014/main" id="{18343BC4-2ECE-488E-9BED-F71991C121F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biLevel thresh="75000"/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061254" y="6173793"/>
                  <a:ext cx="257869" cy="229704"/>
                </a:xfrm>
                <a:prstGeom prst="rect">
                  <a:avLst/>
                </a:prstGeom>
              </p:spPr>
            </p:pic>
            <p:grpSp>
              <p:nvGrpSpPr>
                <p:cNvPr id="196" name="Group 195"/>
                <p:cNvGrpSpPr/>
                <p:nvPr/>
              </p:nvGrpSpPr>
              <p:grpSpPr>
                <a:xfrm>
                  <a:off x="1288511" y="4105649"/>
                  <a:ext cx="2157307" cy="1971824"/>
                  <a:chOff x="2222345" y="4105649"/>
                  <a:chExt cx="1223473" cy="1971824"/>
                </a:xfrm>
              </p:grpSpPr>
              <p:cxnSp>
                <p:nvCxnSpPr>
                  <p:cNvPr id="211" name="Straight Arrow Connector 210">
                    <a:extLst>
                      <a:ext uri="{FF2B5EF4-FFF2-40B4-BE49-F238E27FC236}">
                        <a16:creationId xmlns:a16="http://schemas.microsoft.com/office/drawing/2014/main" id="{DDF06C40-C94C-48EE-8050-E0122B0B89A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239015" y="4612185"/>
                    <a:ext cx="1206803" cy="5053"/>
                  </a:xfrm>
                  <a:prstGeom prst="straightConnector1">
                    <a:avLst/>
                  </a:prstGeom>
                  <a:ln w="28575">
                    <a:solidFill>
                      <a:srgbClr val="198B90"/>
                    </a:solidFill>
                    <a:prstDash val="lgDash"/>
                    <a:headEnd type="diamond" w="med" len="med"/>
                    <a:tailEnd type="triangl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2" name="Straight Arrow Connector 211">
                    <a:extLst>
                      <a:ext uri="{FF2B5EF4-FFF2-40B4-BE49-F238E27FC236}">
                        <a16:creationId xmlns:a16="http://schemas.microsoft.com/office/drawing/2014/main" id="{261EF598-7B41-4BE1-9F6D-7B770BC1380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230682" y="5078298"/>
                    <a:ext cx="865098" cy="1264"/>
                  </a:xfrm>
                  <a:prstGeom prst="straightConnector1">
                    <a:avLst/>
                  </a:prstGeom>
                  <a:ln w="28575">
                    <a:solidFill>
                      <a:srgbClr val="198B90"/>
                    </a:solidFill>
                    <a:prstDash val="lgDash"/>
                    <a:headEnd type="diamond" w="med" len="med"/>
                    <a:tailEnd type="triangl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3" name="Straight Arrow Connector 212">
                    <a:extLst>
                      <a:ext uri="{FF2B5EF4-FFF2-40B4-BE49-F238E27FC236}">
                        <a16:creationId xmlns:a16="http://schemas.microsoft.com/office/drawing/2014/main" id="{A08EE5ED-14E4-4469-B958-BB312F09F3D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222345" y="6076210"/>
                    <a:ext cx="948440" cy="1263"/>
                  </a:xfrm>
                  <a:prstGeom prst="straightConnector1">
                    <a:avLst/>
                  </a:prstGeom>
                  <a:ln w="28575">
                    <a:solidFill>
                      <a:srgbClr val="198B90"/>
                    </a:solidFill>
                    <a:prstDash val="lgDash"/>
                    <a:headEnd type="diamond" w="med" len="med"/>
                    <a:tailEnd type="triangl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4" name="Straight Arrow Connector 213">
                    <a:extLst>
                      <a:ext uri="{FF2B5EF4-FFF2-40B4-BE49-F238E27FC236}">
                        <a16:creationId xmlns:a16="http://schemas.microsoft.com/office/drawing/2014/main" id="{4B1569A1-739D-4D93-BAF1-6065C050A3D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255683" y="4105649"/>
                    <a:ext cx="548396" cy="1264"/>
                  </a:xfrm>
                  <a:prstGeom prst="straightConnector1">
                    <a:avLst/>
                  </a:prstGeom>
                  <a:ln w="28575">
                    <a:solidFill>
                      <a:srgbClr val="198B90"/>
                    </a:solidFill>
                    <a:prstDash val="lgDash"/>
                    <a:headEnd type="diamond" w="med" len="med"/>
                    <a:tailEnd type="triangl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5" name="Straight Arrow Connector 214">
                    <a:extLst>
                      <a:ext uri="{FF2B5EF4-FFF2-40B4-BE49-F238E27FC236}">
                        <a16:creationId xmlns:a16="http://schemas.microsoft.com/office/drawing/2014/main" id="{E6295043-2231-432D-A60F-7AA29AF4994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230680" y="5591148"/>
                    <a:ext cx="465053" cy="5052"/>
                  </a:xfrm>
                  <a:prstGeom prst="straightConnector1">
                    <a:avLst/>
                  </a:prstGeom>
                  <a:ln w="28575">
                    <a:solidFill>
                      <a:srgbClr val="198B90"/>
                    </a:solidFill>
                    <a:prstDash val="lgDash"/>
                    <a:headEnd type="diamond" w="med" len="med"/>
                    <a:tailEnd type="triangl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197" name="Straight Arrow Connector 196"/>
                <p:cNvCxnSpPr/>
                <p:nvPr/>
              </p:nvCxnSpPr>
              <p:spPr>
                <a:xfrm>
                  <a:off x="412627" y="6430664"/>
                  <a:ext cx="3334694" cy="1780"/>
                </a:xfrm>
                <a:prstGeom prst="straightConnector1">
                  <a:avLst/>
                </a:prstGeom>
                <a:ln>
                  <a:solidFill>
                    <a:srgbClr val="004976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pic>
              <p:nvPicPr>
                <p:cNvPr id="198" name="Picture 2" descr="Image result for air circuit breaker tranparent image&quot;"/>
                <p:cNvPicPr>
                  <a:picLocks noChangeAspect="1" noChangeArrowheads="1"/>
                </p:cNvPicPr>
                <p:nvPr/>
              </p:nvPicPr>
              <p:blipFill>
                <a:blip r:embed="rId5" cstate="print">
                  <a:duotone>
                    <a:prstClr val="black"/>
                    <a:schemeClr val="accent5">
                      <a:tint val="45000"/>
                      <a:satMod val="400000"/>
                    </a:schemeClr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919527" y="3910770"/>
                  <a:ext cx="380448" cy="409966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199" name="Picture 2" descr="Image result for air circuit breaker tranparent image&quot;"/>
                <p:cNvPicPr>
                  <a:picLocks noChangeAspect="1" noChangeArrowheads="1"/>
                </p:cNvPicPr>
                <p:nvPr/>
              </p:nvPicPr>
              <p:blipFill>
                <a:blip r:embed="rId5" cstate="print">
                  <a:duotone>
                    <a:prstClr val="black"/>
                    <a:schemeClr val="accent5">
                      <a:tint val="45000"/>
                      <a:satMod val="400000"/>
                    </a:schemeClr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919527" y="4414786"/>
                  <a:ext cx="380448" cy="409966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200" name="Picture 2" descr="Image result for air circuit breaker tranparent image&quot;"/>
                <p:cNvPicPr>
                  <a:picLocks noChangeAspect="1" noChangeArrowheads="1"/>
                </p:cNvPicPr>
                <p:nvPr/>
              </p:nvPicPr>
              <p:blipFill>
                <a:blip r:embed="rId5" cstate="print">
                  <a:duotone>
                    <a:prstClr val="black"/>
                    <a:schemeClr val="accent5">
                      <a:tint val="45000"/>
                      <a:satMod val="400000"/>
                    </a:schemeClr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919527" y="4887841"/>
                  <a:ext cx="380448" cy="409966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201" name="Picture 2" descr="Image result for air circuit breaker tranparent image&quot;"/>
                <p:cNvPicPr>
                  <a:picLocks noChangeAspect="1" noChangeArrowheads="1"/>
                </p:cNvPicPr>
                <p:nvPr/>
              </p:nvPicPr>
              <p:blipFill>
                <a:blip r:embed="rId5" cstate="print">
                  <a:duotone>
                    <a:prstClr val="black"/>
                    <a:schemeClr val="accent5">
                      <a:tint val="45000"/>
                      <a:satMod val="400000"/>
                    </a:schemeClr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893338" y="5411900"/>
                  <a:ext cx="380448" cy="409966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202" name="Picture 2" descr="Image result for air circuit breaker tranparent image&quot;"/>
                <p:cNvPicPr>
                  <a:picLocks noChangeAspect="1" noChangeArrowheads="1"/>
                </p:cNvPicPr>
                <p:nvPr/>
              </p:nvPicPr>
              <p:blipFill>
                <a:blip r:embed="rId5" cstate="print">
                  <a:duotone>
                    <a:prstClr val="black"/>
                    <a:schemeClr val="accent5">
                      <a:tint val="45000"/>
                      <a:satMod val="400000"/>
                    </a:schemeClr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893338" y="5901198"/>
                  <a:ext cx="380448" cy="409966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203" name="TextBox 202"/>
                <p:cNvSpPr txBox="1"/>
                <p:nvPr/>
              </p:nvSpPr>
              <p:spPr>
                <a:xfrm>
                  <a:off x="93035" y="3904010"/>
                  <a:ext cx="911082" cy="3889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100" dirty="0"/>
                    <a:t>m/c -1</a:t>
                  </a:r>
                </a:p>
              </p:txBody>
            </p:sp>
            <p:sp>
              <p:nvSpPr>
                <p:cNvPr id="204" name="TextBox 203"/>
                <p:cNvSpPr txBox="1"/>
                <p:nvPr/>
              </p:nvSpPr>
              <p:spPr>
                <a:xfrm>
                  <a:off x="93035" y="4469341"/>
                  <a:ext cx="911082" cy="3889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100" dirty="0"/>
                    <a:t>m/c -2</a:t>
                  </a:r>
                </a:p>
              </p:txBody>
            </p:sp>
            <p:sp>
              <p:nvSpPr>
                <p:cNvPr id="205" name="TextBox 204"/>
                <p:cNvSpPr txBox="1"/>
                <p:nvPr/>
              </p:nvSpPr>
              <p:spPr>
                <a:xfrm>
                  <a:off x="83796" y="4909861"/>
                  <a:ext cx="911082" cy="3889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100" dirty="0"/>
                    <a:t>m/c -3</a:t>
                  </a:r>
                </a:p>
              </p:txBody>
            </p:sp>
            <p:sp>
              <p:nvSpPr>
                <p:cNvPr id="206" name="TextBox 205"/>
                <p:cNvSpPr txBox="1"/>
                <p:nvPr/>
              </p:nvSpPr>
              <p:spPr>
                <a:xfrm>
                  <a:off x="83796" y="5430550"/>
                  <a:ext cx="911082" cy="3889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100" dirty="0"/>
                    <a:t>m/c -4</a:t>
                  </a:r>
                </a:p>
              </p:txBody>
            </p:sp>
            <p:sp>
              <p:nvSpPr>
                <p:cNvPr id="207" name="TextBox 206"/>
                <p:cNvSpPr txBox="1"/>
                <p:nvPr/>
              </p:nvSpPr>
              <p:spPr>
                <a:xfrm>
                  <a:off x="53949" y="5941366"/>
                  <a:ext cx="911082" cy="3889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100" dirty="0"/>
                    <a:t>m/c -5</a:t>
                  </a:r>
                </a:p>
              </p:txBody>
            </p:sp>
            <p:sp>
              <p:nvSpPr>
                <p:cNvPr id="208" name="TextBox 207"/>
                <p:cNvSpPr txBox="1"/>
                <p:nvPr/>
              </p:nvSpPr>
              <p:spPr>
                <a:xfrm>
                  <a:off x="3697651" y="6210572"/>
                  <a:ext cx="830297" cy="3889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100" dirty="0"/>
                    <a:t>cycles</a:t>
                  </a:r>
                </a:p>
              </p:txBody>
            </p:sp>
            <p:sp>
              <p:nvSpPr>
                <p:cNvPr id="209" name="Rectangle 208"/>
                <p:cNvSpPr/>
                <p:nvPr/>
              </p:nvSpPr>
              <p:spPr>
                <a:xfrm>
                  <a:off x="105103" y="3885289"/>
                  <a:ext cx="4400590" cy="2719527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700"/>
                </a:p>
              </p:txBody>
            </p:sp>
            <p:sp>
              <p:nvSpPr>
                <p:cNvPr id="210" name="Rectangle 209"/>
                <p:cNvSpPr/>
                <p:nvPr/>
              </p:nvSpPr>
              <p:spPr>
                <a:xfrm>
                  <a:off x="660399" y="3623861"/>
                  <a:ext cx="3504225" cy="284925"/>
                </a:xfrm>
                <a:prstGeom prst="rect">
                  <a:avLst/>
                </a:prstGeom>
                <a:solidFill>
                  <a:srgbClr val="C00000"/>
                </a:solidFill>
                <a:ln>
                  <a:solidFill>
                    <a:srgbClr val="198B9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100" dirty="0"/>
                    <a:t>Reactive Maintenance</a:t>
                  </a:r>
                </a:p>
              </p:txBody>
            </p:sp>
          </p:grpSp>
          <p:grpSp>
            <p:nvGrpSpPr>
              <p:cNvPr id="1027" name="Group 1026"/>
              <p:cNvGrpSpPr/>
              <p:nvPr/>
            </p:nvGrpSpPr>
            <p:grpSpPr>
              <a:xfrm>
                <a:off x="3754698" y="1540267"/>
                <a:ext cx="3186494" cy="2123107"/>
                <a:chOff x="4121932" y="1504911"/>
                <a:chExt cx="3186494" cy="2123107"/>
              </a:xfrm>
            </p:grpSpPr>
            <p:grpSp>
              <p:nvGrpSpPr>
                <p:cNvPr id="247" name="Group 246"/>
                <p:cNvGrpSpPr/>
                <p:nvPr/>
              </p:nvGrpSpPr>
              <p:grpSpPr>
                <a:xfrm>
                  <a:off x="4121932" y="1504911"/>
                  <a:ext cx="3186494" cy="2123107"/>
                  <a:chOff x="53949" y="3623861"/>
                  <a:chExt cx="4473999" cy="2980955"/>
                </a:xfrm>
              </p:grpSpPr>
              <p:sp>
                <p:nvSpPr>
                  <p:cNvPr id="248" name="Multiplication Sign 16">
                    <a:extLst>
                      <a:ext uri="{FF2B5EF4-FFF2-40B4-BE49-F238E27FC236}">
                        <a16:creationId xmlns:a16="http://schemas.microsoft.com/office/drawing/2014/main" id="{A7A414DB-9E97-4B8F-B8F4-6B49C5F185BB}"/>
                      </a:ext>
                    </a:extLst>
                  </p:cNvPr>
                  <p:cNvSpPr/>
                  <p:nvPr/>
                </p:nvSpPr>
                <p:spPr>
                  <a:xfrm>
                    <a:off x="2270936" y="4004281"/>
                    <a:ext cx="266698" cy="208425"/>
                  </a:xfrm>
                  <a:prstGeom prst="mathMultiply">
                    <a:avLst/>
                  </a:prstGeom>
                  <a:solidFill>
                    <a:srgbClr val="FF0000"/>
                  </a:solidFill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2100">
                      <a:solidFill>
                        <a:srgbClr val="004976"/>
                      </a:solidFill>
                    </a:endParaRPr>
                  </a:p>
                </p:txBody>
              </p:sp>
              <p:sp>
                <p:nvSpPr>
                  <p:cNvPr id="249" name="Multiplication Sign 17">
                    <a:extLst>
                      <a:ext uri="{FF2B5EF4-FFF2-40B4-BE49-F238E27FC236}">
                        <a16:creationId xmlns:a16="http://schemas.microsoft.com/office/drawing/2014/main" id="{53ABDD5D-B153-47CE-B40A-850CD01164EB}"/>
                      </a:ext>
                    </a:extLst>
                  </p:cNvPr>
                  <p:cNvSpPr/>
                  <p:nvPr/>
                </p:nvSpPr>
                <p:spPr>
                  <a:xfrm>
                    <a:off x="3395398" y="4509552"/>
                    <a:ext cx="266698" cy="208425"/>
                  </a:xfrm>
                  <a:prstGeom prst="mathMultiply">
                    <a:avLst/>
                  </a:prstGeom>
                  <a:solidFill>
                    <a:srgbClr val="FF0000"/>
                  </a:solidFill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2100">
                      <a:solidFill>
                        <a:srgbClr val="004976"/>
                      </a:solidFill>
                    </a:endParaRPr>
                  </a:p>
                </p:txBody>
              </p:sp>
              <p:sp>
                <p:nvSpPr>
                  <p:cNvPr id="250" name="Multiplication Sign 18">
                    <a:extLst>
                      <a:ext uri="{FF2B5EF4-FFF2-40B4-BE49-F238E27FC236}">
                        <a16:creationId xmlns:a16="http://schemas.microsoft.com/office/drawing/2014/main" id="{0E62DE7F-575E-46A6-8298-DB09A1DD2E18}"/>
                      </a:ext>
                    </a:extLst>
                  </p:cNvPr>
                  <p:cNvSpPr/>
                  <p:nvPr/>
                </p:nvSpPr>
                <p:spPr>
                  <a:xfrm>
                    <a:off x="2852299" y="4976929"/>
                    <a:ext cx="266698" cy="208425"/>
                  </a:xfrm>
                  <a:prstGeom prst="mathMultiply">
                    <a:avLst/>
                  </a:prstGeom>
                  <a:solidFill>
                    <a:srgbClr val="FF0000"/>
                  </a:solidFill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2100">
                      <a:solidFill>
                        <a:srgbClr val="004976"/>
                      </a:solidFill>
                    </a:endParaRPr>
                  </a:p>
                </p:txBody>
              </p:sp>
              <p:sp>
                <p:nvSpPr>
                  <p:cNvPr id="251" name="Multiplication Sign 19">
                    <a:extLst>
                      <a:ext uri="{FF2B5EF4-FFF2-40B4-BE49-F238E27FC236}">
                        <a16:creationId xmlns:a16="http://schemas.microsoft.com/office/drawing/2014/main" id="{857B9C51-3259-43B7-89C2-602F3DFB3660}"/>
                      </a:ext>
                    </a:extLst>
                  </p:cNvPr>
                  <p:cNvSpPr/>
                  <p:nvPr/>
                </p:nvSpPr>
                <p:spPr>
                  <a:xfrm>
                    <a:off x="2171087" y="5494833"/>
                    <a:ext cx="266698" cy="208425"/>
                  </a:xfrm>
                  <a:prstGeom prst="mathMultiply">
                    <a:avLst/>
                  </a:prstGeom>
                  <a:solidFill>
                    <a:srgbClr val="FF0000"/>
                  </a:solidFill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2100">
                      <a:solidFill>
                        <a:srgbClr val="004976"/>
                      </a:solidFill>
                    </a:endParaRPr>
                  </a:p>
                </p:txBody>
              </p:sp>
              <p:sp>
                <p:nvSpPr>
                  <p:cNvPr id="252" name="Multiplication Sign 20">
                    <a:extLst>
                      <a:ext uri="{FF2B5EF4-FFF2-40B4-BE49-F238E27FC236}">
                        <a16:creationId xmlns:a16="http://schemas.microsoft.com/office/drawing/2014/main" id="{EBFF0C63-0283-4083-93E6-5CB77567E492}"/>
                      </a:ext>
                    </a:extLst>
                  </p:cNvPr>
                  <p:cNvSpPr/>
                  <p:nvPr/>
                </p:nvSpPr>
                <p:spPr>
                  <a:xfrm>
                    <a:off x="2998747" y="5968524"/>
                    <a:ext cx="266698" cy="208425"/>
                  </a:xfrm>
                  <a:prstGeom prst="mathMultiply">
                    <a:avLst/>
                  </a:prstGeom>
                  <a:solidFill>
                    <a:srgbClr val="FF0000"/>
                  </a:solidFill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2100">
                      <a:solidFill>
                        <a:srgbClr val="004976"/>
                      </a:solidFill>
                    </a:endParaRPr>
                  </a:p>
                </p:txBody>
              </p:sp>
              <p:pic>
                <p:nvPicPr>
                  <p:cNvPr id="257" name="Graphic 29" descr="Tools">
                    <a:extLst>
                      <a:ext uri="{FF2B5EF4-FFF2-40B4-BE49-F238E27FC236}">
                        <a16:creationId xmlns:a16="http://schemas.microsoft.com/office/drawing/2014/main" id="{18343BC4-2ECE-488E-9BED-F71991C121F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biLevel thresh="75000"/>
                    <a:extLs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2523012" y="6237826"/>
                    <a:ext cx="257869" cy="229704"/>
                  </a:xfrm>
                  <a:prstGeom prst="rect">
                    <a:avLst/>
                  </a:prstGeom>
                </p:spPr>
              </p:pic>
              <p:grpSp>
                <p:nvGrpSpPr>
                  <p:cNvPr id="258" name="Group 257"/>
                  <p:cNvGrpSpPr/>
                  <p:nvPr/>
                </p:nvGrpSpPr>
                <p:grpSpPr>
                  <a:xfrm>
                    <a:off x="1288511" y="4105649"/>
                    <a:ext cx="2157307" cy="1971824"/>
                    <a:chOff x="2222345" y="4105649"/>
                    <a:chExt cx="1223473" cy="1971824"/>
                  </a:xfrm>
                </p:grpSpPr>
                <p:cxnSp>
                  <p:nvCxnSpPr>
                    <p:cNvPr id="273" name="Straight Arrow Connector 272">
                      <a:extLst>
                        <a:ext uri="{FF2B5EF4-FFF2-40B4-BE49-F238E27FC236}">
                          <a16:creationId xmlns:a16="http://schemas.microsoft.com/office/drawing/2014/main" id="{DDF06C40-C94C-48EE-8050-E0122B0B89AA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2239015" y="4612185"/>
                      <a:ext cx="1206803" cy="5053"/>
                    </a:xfrm>
                    <a:prstGeom prst="straightConnector1">
                      <a:avLst/>
                    </a:prstGeom>
                    <a:ln w="28575">
                      <a:solidFill>
                        <a:srgbClr val="198B90"/>
                      </a:solidFill>
                      <a:prstDash val="lgDash"/>
                      <a:headEnd type="diamond" w="med" len="med"/>
                      <a:tailEnd type="triangle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74" name="Straight Arrow Connector 273">
                      <a:extLst>
                        <a:ext uri="{FF2B5EF4-FFF2-40B4-BE49-F238E27FC236}">
                          <a16:creationId xmlns:a16="http://schemas.microsoft.com/office/drawing/2014/main" id="{261EF598-7B41-4BE1-9F6D-7B770BC1380E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2230682" y="5078298"/>
                      <a:ext cx="865098" cy="1264"/>
                    </a:xfrm>
                    <a:prstGeom prst="straightConnector1">
                      <a:avLst/>
                    </a:prstGeom>
                    <a:ln w="28575">
                      <a:solidFill>
                        <a:srgbClr val="198B90"/>
                      </a:solidFill>
                      <a:prstDash val="lgDash"/>
                      <a:headEnd type="diamond" w="med" len="med"/>
                      <a:tailEnd type="triangle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75" name="Straight Arrow Connector 274">
                      <a:extLst>
                        <a:ext uri="{FF2B5EF4-FFF2-40B4-BE49-F238E27FC236}">
                          <a16:creationId xmlns:a16="http://schemas.microsoft.com/office/drawing/2014/main" id="{A08EE5ED-14E4-4469-B958-BB312F09F3DA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2222345" y="6076210"/>
                      <a:ext cx="948440" cy="1263"/>
                    </a:xfrm>
                    <a:prstGeom prst="straightConnector1">
                      <a:avLst/>
                    </a:prstGeom>
                    <a:ln w="28575">
                      <a:solidFill>
                        <a:srgbClr val="198B90"/>
                      </a:solidFill>
                      <a:prstDash val="lgDash"/>
                      <a:headEnd type="diamond" w="med" len="med"/>
                      <a:tailEnd type="triangle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76" name="Straight Arrow Connector 275">
                      <a:extLst>
                        <a:ext uri="{FF2B5EF4-FFF2-40B4-BE49-F238E27FC236}">
                          <a16:creationId xmlns:a16="http://schemas.microsoft.com/office/drawing/2014/main" id="{4B1569A1-739D-4D93-BAF1-6065C050A3DE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2255683" y="4105649"/>
                      <a:ext cx="548396" cy="1264"/>
                    </a:xfrm>
                    <a:prstGeom prst="straightConnector1">
                      <a:avLst/>
                    </a:prstGeom>
                    <a:ln w="28575">
                      <a:solidFill>
                        <a:srgbClr val="198B90"/>
                      </a:solidFill>
                      <a:prstDash val="lgDash"/>
                      <a:headEnd type="diamond" w="med" len="med"/>
                      <a:tailEnd type="triangle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77" name="Straight Arrow Connector 276">
                      <a:extLst>
                        <a:ext uri="{FF2B5EF4-FFF2-40B4-BE49-F238E27FC236}">
                          <a16:creationId xmlns:a16="http://schemas.microsoft.com/office/drawing/2014/main" id="{E6295043-2231-432D-A60F-7AA29AF4994D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2230680" y="5591148"/>
                      <a:ext cx="465053" cy="5052"/>
                    </a:xfrm>
                    <a:prstGeom prst="straightConnector1">
                      <a:avLst/>
                    </a:prstGeom>
                    <a:ln w="28575">
                      <a:solidFill>
                        <a:srgbClr val="198B90"/>
                      </a:solidFill>
                      <a:prstDash val="lgDash"/>
                      <a:headEnd type="diamond" w="med" len="med"/>
                      <a:tailEnd type="triangle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259" name="Straight Arrow Connector 258"/>
                  <p:cNvCxnSpPr/>
                  <p:nvPr/>
                </p:nvCxnSpPr>
                <p:spPr>
                  <a:xfrm>
                    <a:off x="412626" y="6430664"/>
                    <a:ext cx="3334694" cy="1780"/>
                  </a:xfrm>
                  <a:prstGeom prst="straightConnector1">
                    <a:avLst/>
                  </a:prstGeom>
                  <a:ln>
                    <a:solidFill>
                      <a:srgbClr val="004976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pic>
                <p:nvPicPr>
                  <p:cNvPr id="260" name="Picture 2" descr="Image result for air circuit breaker tranparent image&quot;"/>
                  <p:cNvPicPr>
                    <a:picLocks noChangeAspect="1" noChangeArrowheads="1"/>
                  </p:cNvPicPr>
                  <p:nvPr/>
                </p:nvPicPr>
                <p:blipFill>
                  <a:blip r:embed="rId5" cstate="print">
                    <a:duotone>
                      <a:prstClr val="black"/>
                      <a:schemeClr val="accent5">
                        <a:tint val="45000"/>
                        <a:satMod val="400000"/>
                      </a:schemeClr>
                    </a:duotone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919527" y="3910770"/>
                    <a:ext cx="380448" cy="409966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261" name="Picture 2" descr="Image result for air circuit breaker tranparent image&quot;"/>
                  <p:cNvPicPr>
                    <a:picLocks noChangeAspect="1" noChangeArrowheads="1"/>
                  </p:cNvPicPr>
                  <p:nvPr/>
                </p:nvPicPr>
                <p:blipFill>
                  <a:blip r:embed="rId5" cstate="print">
                    <a:duotone>
                      <a:prstClr val="black"/>
                      <a:schemeClr val="accent5">
                        <a:tint val="45000"/>
                        <a:satMod val="400000"/>
                      </a:schemeClr>
                    </a:duotone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919527" y="4414786"/>
                    <a:ext cx="380448" cy="409966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262" name="Picture 2" descr="Image result for air circuit breaker tranparent image&quot;"/>
                  <p:cNvPicPr>
                    <a:picLocks noChangeAspect="1" noChangeArrowheads="1"/>
                  </p:cNvPicPr>
                  <p:nvPr/>
                </p:nvPicPr>
                <p:blipFill>
                  <a:blip r:embed="rId5" cstate="print">
                    <a:duotone>
                      <a:prstClr val="black"/>
                      <a:schemeClr val="accent5">
                        <a:tint val="45000"/>
                        <a:satMod val="400000"/>
                      </a:schemeClr>
                    </a:duotone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919527" y="4887841"/>
                    <a:ext cx="380448" cy="409966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263" name="Picture 2" descr="Image result for air circuit breaker tranparent image&quot;"/>
                  <p:cNvPicPr>
                    <a:picLocks noChangeAspect="1" noChangeArrowheads="1"/>
                  </p:cNvPicPr>
                  <p:nvPr/>
                </p:nvPicPr>
                <p:blipFill>
                  <a:blip r:embed="rId5" cstate="print">
                    <a:duotone>
                      <a:prstClr val="black"/>
                      <a:schemeClr val="accent5">
                        <a:tint val="45000"/>
                        <a:satMod val="400000"/>
                      </a:schemeClr>
                    </a:duotone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893338" y="5411900"/>
                    <a:ext cx="380448" cy="409966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264" name="Picture 2" descr="Image result for air circuit breaker tranparent image&quot;"/>
                  <p:cNvPicPr>
                    <a:picLocks noChangeAspect="1" noChangeArrowheads="1"/>
                  </p:cNvPicPr>
                  <p:nvPr/>
                </p:nvPicPr>
                <p:blipFill>
                  <a:blip r:embed="rId5" cstate="print">
                    <a:duotone>
                      <a:prstClr val="black"/>
                      <a:schemeClr val="accent5">
                        <a:tint val="45000"/>
                        <a:satMod val="400000"/>
                      </a:schemeClr>
                    </a:duotone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893338" y="5901198"/>
                    <a:ext cx="380448" cy="409966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sp>
                <p:nvSpPr>
                  <p:cNvPr id="265" name="TextBox 264"/>
                  <p:cNvSpPr txBox="1"/>
                  <p:nvPr/>
                </p:nvSpPr>
                <p:spPr>
                  <a:xfrm>
                    <a:off x="93035" y="3904010"/>
                    <a:ext cx="911082" cy="38892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2100" dirty="0"/>
                      <a:t>m/c -1</a:t>
                    </a:r>
                  </a:p>
                </p:txBody>
              </p:sp>
              <p:sp>
                <p:nvSpPr>
                  <p:cNvPr id="266" name="TextBox 265"/>
                  <p:cNvSpPr txBox="1"/>
                  <p:nvPr/>
                </p:nvSpPr>
                <p:spPr>
                  <a:xfrm>
                    <a:off x="93035" y="4469341"/>
                    <a:ext cx="911082" cy="38892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2100" dirty="0"/>
                      <a:t>m/c -2</a:t>
                    </a:r>
                  </a:p>
                </p:txBody>
              </p:sp>
              <p:sp>
                <p:nvSpPr>
                  <p:cNvPr id="267" name="TextBox 266"/>
                  <p:cNvSpPr txBox="1"/>
                  <p:nvPr/>
                </p:nvSpPr>
                <p:spPr>
                  <a:xfrm>
                    <a:off x="83796" y="4909861"/>
                    <a:ext cx="911082" cy="38892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2100" dirty="0"/>
                      <a:t>m/c -3</a:t>
                    </a:r>
                  </a:p>
                </p:txBody>
              </p:sp>
              <p:sp>
                <p:nvSpPr>
                  <p:cNvPr id="268" name="TextBox 267"/>
                  <p:cNvSpPr txBox="1"/>
                  <p:nvPr/>
                </p:nvSpPr>
                <p:spPr>
                  <a:xfrm>
                    <a:off x="83796" y="5430550"/>
                    <a:ext cx="911082" cy="38892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2100" dirty="0"/>
                      <a:t>m/c -4</a:t>
                    </a:r>
                  </a:p>
                </p:txBody>
              </p:sp>
              <p:sp>
                <p:nvSpPr>
                  <p:cNvPr id="269" name="TextBox 268"/>
                  <p:cNvSpPr txBox="1"/>
                  <p:nvPr/>
                </p:nvSpPr>
                <p:spPr>
                  <a:xfrm>
                    <a:off x="53949" y="5941366"/>
                    <a:ext cx="911082" cy="38892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2100" dirty="0"/>
                      <a:t>m/c -5</a:t>
                    </a:r>
                  </a:p>
                </p:txBody>
              </p:sp>
              <p:sp>
                <p:nvSpPr>
                  <p:cNvPr id="270" name="TextBox 269"/>
                  <p:cNvSpPr txBox="1"/>
                  <p:nvPr/>
                </p:nvSpPr>
                <p:spPr>
                  <a:xfrm>
                    <a:off x="3697651" y="6210572"/>
                    <a:ext cx="830297" cy="38892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2100" dirty="0"/>
                      <a:t>cycles</a:t>
                    </a:r>
                  </a:p>
                </p:txBody>
              </p:sp>
              <p:sp>
                <p:nvSpPr>
                  <p:cNvPr id="271" name="Rectangle 270"/>
                  <p:cNvSpPr/>
                  <p:nvPr/>
                </p:nvSpPr>
                <p:spPr>
                  <a:xfrm>
                    <a:off x="105103" y="3885289"/>
                    <a:ext cx="4400590" cy="2719527"/>
                  </a:xfrm>
                  <a:prstGeom prst="rect">
                    <a:avLst/>
                  </a:prstGeom>
                  <a:noFill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700"/>
                  </a:p>
                </p:txBody>
              </p:sp>
              <p:sp>
                <p:nvSpPr>
                  <p:cNvPr id="272" name="Rectangle 271"/>
                  <p:cNvSpPr/>
                  <p:nvPr/>
                </p:nvSpPr>
                <p:spPr>
                  <a:xfrm>
                    <a:off x="660399" y="3623861"/>
                    <a:ext cx="3504225" cy="284925"/>
                  </a:xfrm>
                  <a:prstGeom prst="rect">
                    <a:avLst/>
                  </a:prstGeom>
                  <a:solidFill>
                    <a:srgbClr val="C00000"/>
                  </a:solidFill>
                  <a:ln>
                    <a:solidFill>
                      <a:srgbClr val="198B9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2100" dirty="0"/>
                      <a:t>Preventive Maintenance</a:t>
                    </a:r>
                  </a:p>
                </p:txBody>
              </p:sp>
            </p:grpSp>
            <p:cxnSp>
              <p:nvCxnSpPr>
                <p:cNvPr id="340" name="Straight Arrow Connector 339">
                  <a:extLst>
                    <a:ext uri="{FF2B5EF4-FFF2-40B4-BE49-F238E27FC236}">
                      <a16:creationId xmlns:a16="http://schemas.microsoft.com/office/drawing/2014/main" id="{261EF598-7B41-4BE1-9F6D-7B770BC1380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951803" y="1761057"/>
                  <a:ext cx="0" cy="1586171"/>
                </a:xfrm>
                <a:prstGeom prst="straightConnector1">
                  <a:avLst/>
                </a:prstGeom>
                <a:ln w="28575">
                  <a:solidFill>
                    <a:srgbClr val="004976"/>
                  </a:solidFill>
                  <a:prstDash val="sysDot"/>
                  <a:headEnd type="oval" w="med" len="med"/>
                  <a:tailEnd type="oval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025" name="Group 1024"/>
              <p:cNvGrpSpPr/>
              <p:nvPr/>
            </p:nvGrpSpPr>
            <p:grpSpPr>
              <a:xfrm>
                <a:off x="7143853" y="1534973"/>
                <a:ext cx="3186494" cy="2123107"/>
                <a:chOff x="8171388" y="1479242"/>
                <a:chExt cx="3186494" cy="2123107"/>
              </a:xfrm>
            </p:grpSpPr>
            <p:grpSp>
              <p:nvGrpSpPr>
                <p:cNvPr id="278" name="Group 277"/>
                <p:cNvGrpSpPr/>
                <p:nvPr/>
              </p:nvGrpSpPr>
              <p:grpSpPr>
                <a:xfrm>
                  <a:off x="8171388" y="1479242"/>
                  <a:ext cx="3186494" cy="2123107"/>
                  <a:chOff x="53949" y="3623861"/>
                  <a:chExt cx="4473999" cy="2980955"/>
                </a:xfrm>
              </p:grpSpPr>
              <p:sp>
                <p:nvSpPr>
                  <p:cNvPr id="279" name="Multiplication Sign 16">
                    <a:extLst>
                      <a:ext uri="{FF2B5EF4-FFF2-40B4-BE49-F238E27FC236}">
                        <a16:creationId xmlns:a16="http://schemas.microsoft.com/office/drawing/2014/main" id="{A7A414DB-9E97-4B8F-B8F4-6B49C5F185BB}"/>
                      </a:ext>
                    </a:extLst>
                  </p:cNvPr>
                  <p:cNvSpPr/>
                  <p:nvPr/>
                </p:nvSpPr>
                <p:spPr>
                  <a:xfrm>
                    <a:off x="2270936" y="4004281"/>
                    <a:ext cx="266698" cy="208425"/>
                  </a:xfrm>
                  <a:prstGeom prst="mathMultiply">
                    <a:avLst/>
                  </a:prstGeom>
                  <a:solidFill>
                    <a:srgbClr val="FF0000"/>
                  </a:solidFill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2100">
                      <a:solidFill>
                        <a:srgbClr val="004976"/>
                      </a:solidFill>
                    </a:endParaRPr>
                  </a:p>
                </p:txBody>
              </p:sp>
              <p:sp>
                <p:nvSpPr>
                  <p:cNvPr id="280" name="Multiplication Sign 17">
                    <a:extLst>
                      <a:ext uri="{FF2B5EF4-FFF2-40B4-BE49-F238E27FC236}">
                        <a16:creationId xmlns:a16="http://schemas.microsoft.com/office/drawing/2014/main" id="{53ABDD5D-B153-47CE-B40A-850CD01164EB}"/>
                      </a:ext>
                    </a:extLst>
                  </p:cNvPr>
                  <p:cNvSpPr/>
                  <p:nvPr/>
                </p:nvSpPr>
                <p:spPr>
                  <a:xfrm>
                    <a:off x="3395398" y="4509552"/>
                    <a:ext cx="266698" cy="208425"/>
                  </a:xfrm>
                  <a:prstGeom prst="mathMultiply">
                    <a:avLst/>
                  </a:prstGeom>
                  <a:solidFill>
                    <a:srgbClr val="FF0000"/>
                  </a:solidFill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2100">
                      <a:solidFill>
                        <a:srgbClr val="004976"/>
                      </a:solidFill>
                    </a:endParaRPr>
                  </a:p>
                </p:txBody>
              </p:sp>
              <p:sp>
                <p:nvSpPr>
                  <p:cNvPr id="281" name="Multiplication Sign 18">
                    <a:extLst>
                      <a:ext uri="{FF2B5EF4-FFF2-40B4-BE49-F238E27FC236}">
                        <a16:creationId xmlns:a16="http://schemas.microsoft.com/office/drawing/2014/main" id="{0E62DE7F-575E-46A6-8298-DB09A1DD2E18}"/>
                      </a:ext>
                    </a:extLst>
                  </p:cNvPr>
                  <p:cNvSpPr/>
                  <p:nvPr/>
                </p:nvSpPr>
                <p:spPr>
                  <a:xfrm>
                    <a:off x="2852299" y="4976929"/>
                    <a:ext cx="266698" cy="208425"/>
                  </a:xfrm>
                  <a:prstGeom prst="mathMultiply">
                    <a:avLst/>
                  </a:prstGeom>
                  <a:solidFill>
                    <a:srgbClr val="FF0000"/>
                  </a:solidFill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2100">
                      <a:solidFill>
                        <a:srgbClr val="004976"/>
                      </a:solidFill>
                    </a:endParaRPr>
                  </a:p>
                </p:txBody>
              </p:sp>
              <p:sp>
                <p:nvSpPr>
                  <p:cNvPr id="282" name="Multiplication Sign 19">
                    <a:extLst>
                      <a:ext uri="{FF2B5EF4-FFF2-40B4-BE49-F238E27FC236}">
                        <a16:creationId xmlns:a16="http://schemas.microsoft.com/office/drawing/2014/main" id="{857B9C51-3259-43B7-89C2-602F3DFB3660}"/>
                      </a:ext>
                    </a:extLst>
                  </p:cNvPr>
                  <p:cNvSpPr/>
                  <p:nvPr/>
                </p:nvSpPr>
                <p:spPr>
                  <a:xfrm>
                    <a:off x="2171087" y="5494833"/>
                    <a:ext cx="266698" cy="208425"/>
                  </a:xfrm>
                  <a:prstGeom prst="mathMultiply">
                    <a:avLst/>
                  </a:prstGeom>
                  <a:solidFill>
                    <a:srgbClr val="FF0000"/>
                  </a:solidFill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2100">
                      <a:solidFill>
                        <a:srgbClr val="004976"/>
                      </a:solidFill>
                    </a:endParaRPr>
                  </a:p>
                </p:txBody>
              </p:sp>
              <p:sp>
                <p:nvSpPr>
                  <p:cNvPr id="283" name="Multiplication Sign 20">
                    <a:extLst>
                      <a:ext uri="{FF2B5EF4-FFF2-40B4-BE49-F238E27FC236}">
                        <a16:creationId xmlns:a16="http://schemas.microsoft.com/office/drawing/2014/main" id="{EBFF0C63-0283-4083-93E6-5CB77567E492}"/>
                      </a:ext>
                    </a:extLst>
                  </p:cNvPr>
                  <p:cNvSpPr/>
                  <p:nvPr/>
                </p:nvSpPr>
                <p:spPr>
                  <a:xfrm>
                    <a:off x="2998747" y="5968524"/>
                    <a:ext cx="266698" cy="208425"/>
                  </a:xfrm>
                  <a:prstGeom prst="mathMultiply">
                    <a:avLst/>
                  </a:prstGeom>
                  <a:solidFill>
                    <a:srgbClr val="FF0000"/>
                  </a:solidFill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2100">
                      <a:solidFill>
                        <a:srgbClr val="004976"/>
                      </a:solidFill>
                    </a:endParaRPr>
                  </a:p>
                </p:txBody>
              </p:sp>
              <p:grpSp>
                <p:nvGrpSpPr>
                  <p:cNvPr id="289" name="Group 288"/>
                  <p:cNvGrpSpPr/>
                  <p:nvPr/>
                </p:nvGrpSpPr>
                <p:grpSpPr>
                  <a:xfrm>
                    <a:off x="1288511" y="4105649"/>
                    <a:ext cx="2157307" cy="1971824"/>
                    <a:chOff x="2222345" y="4105649"/>
                    <a:chExt cx="1223473" cy="1971824"/>
                  </a:xfrm>
                </p:grpSpPr>
                <p:cxnSp>
                  <p:nvCxnSpPr>
                    <p:cNvPr id="304" name="Straight Arrow Connector 303">
                      <a:extLst>
                        <a:ext uri="{FF2B5EF4-FFF2-40B4-BE49-F238E27FC236}">
                          <a16:creationId xmlns:a16="http://schemas.microsoft.com/office/drawing/2014/main" id="{DDF06C40-C94C-48EE-8050-E0122B0B89AA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2239015" y="4612185"/>
                      <a:ext cx="1206803" cy="5053"/>
                    </a:xfrm>
                    <a:prstGeom prst="straightConnector1">
                      <a:avLst/>
                    </a:prstGeom>
                    <a:ln w="28575">
                      <a:solidFill>
                        <a:srgbClr val="198B90"/>
                      </a:solidFill>
                      <a:prstDash val="lgDash"/>
                      <a:headEnd type="diamond" w="med" len="med"/>
                      <a:tailEnd type="triangle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05" name="Straight Arrow Connector 304">
                      <a:extLst>
                        <a:ext uri="{FF2B5EF4-FFF2-40B4-BE49-F238E27FC236}">
                          <a16:creationId xmlns:a16="http://schemas.microsoft.com/office/drawing/2014/main" id="{261EF598-7B41-4BE1-9F6D-7B770BC1380E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2230682" y="5078298"/>
                      <a:ext cx="865098" cy="1264"/>
                    </a:xfrm>
                    <a:prstGeom prst="straightConnector1">
                      <a:avLst/>
                    </a:prstGeom>
                    <a:ln w="28575">
                      <a:solidFill>
                        <a:srgbClr val="198B90"/>
                      </a:solidFill>
                      <a:prstDash val="lgDash"/>
                      <a:headEnd type="diamond" w="med" len="med"/>
                      <a:tailEnd type="triangle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06" name="Straight Arrow Connector 305">
                      <a:extLst>
                        <a:ext uri="{FF2B5EF4-FFF2-40B4-BE49-F238E27FC236}">
                          <a16:creationId xmlns:a16="http://schemas.microsoft.com/office/drawing/2014/main" id="{A08EE5ED-14E4-4469-B958-BB312F09F3DA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2222345" y="6076210"/>
                      <a:ext cx="948440" cy="1263"/>
                    </a:xfrm>
                    <a:prstGeom prst="straightConnector1">
                      <a:avLst/>
                    </a:prstGeom>
                    <a:ln w="28575">
                      <a:solidFill>
                        <a:srgbClr val="198B90"/>
                      </a:solidFill>
                      <a:prstDash val="lgDash"/>
                      <a:headEnd type="diamond" w="med" len="med"/>
                      <a:tailEnd type="triangle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07" name="Straight Arrow Connector 306">
                      <a:extLst>
                        <a:ext uri="{FF2B5EF4-FFF2-40B4-BE49-F238E27FC236}">
                          <a16:creationId xmlns:a16="http://schemas.microsoft.com/office/drawing/2014/main" id="{4B1569A1-739D-4D93-BAF1-6065C050A3DE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2255683" y="4105649"/>
                      <a:ext cx="548396" cy="1264"/>
                    </a:xfrm>
                    <a:prstGeom prst="straightConnector1">
                      <a:avLst/>
                    </a:prstGeom>
                    <a:ln w="28575">
                      <a:solidFill>
                        <a:srgbClr val="198B90"/>
                      </a:solidFill>
                      <a:prstDash val="lgDash"/>
                      <a:headEnd type="diamond" w="med" len="med"/>
                      <a:tailEnd type="triangle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08" name="Straight Arrow Connector 307">
                      <a:extLst>
                        <a:ext uri="{FF2B5EF4-FFF2-40B4-BE49-F238E27FC236}">
                          <a16:creationId xmlns:a16="http://schemas.microsoft.com/office/drawing/2014/main" id="{E6295043-2231-432D-A60F-7AA29AF4994D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2230680" y="5591148"/>
                      <a:ext cx="465053" cy="5052"/>
                    </a:xfrm>
                    <a:prstGeom prst="straightConnector1">
                      <a:avLst/>
                    </a:prstGeom>
                    <a:ln w="28575">
                      <a:solidFill>
                        <a:srgbClr val="198B90"/>
                      </a:solidFill>
                      <a:prstDash val="lgDash"/>
                      <a:headEnd type="diamond" w="med" len="med"/>
                      <a:tailEnd type="triangle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290" name="Straight Arrow Connector 289"/>
                  <p:cNvCxnSpPr/>
                  <p:nvPr/>
                </p:nvCxnSpPr>
                <p:spPr>
                  <a:xfrm>
                    <a:off x="412627" y="6430664"/>
                    <a:ext cx="3334694" cy="1780"/>
                  </a:xfrm>
                  <a:prstGeom prst="straightConnector1">
                    <a:avLst/>
                  </a:prstGeom>
                  <a:ln>
                    <a:solidFill>
                      <a:srgbClr val="004976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pic>
                <p:nvPicPr>
                  <p:cNvPr id="291" name="Picture 2" descr="Image result for air circuit breaker tranparent image&quot;"/>
                  <p:cNvPicPr>
                    <a:picLocks noChangeAspect="1" noChangeArrowheads="1"/>
                  </p:cNvPicPr>
                  <p:nvPr/>
                </p:nvPicPr>
                <p:blipFill>
                  <a:blip r:embed="rId5" cstate="print">
                    <a:duotone>
                      <a:prstClr val="black"/>
                      <a:schemeClr val="accent5">
                        <a:tint val="45000"/>
                        <a:satMod val="400000"/>
                      </a:schemeClr>
                    </a:duotone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919527" y="3910770"/>
                    <a:ext cx="380448" cy="409966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292" name="Picture 2" descr="Image result for air circuit breaker tranparent image&quot;"/>
                  <p:cNvPicPr>
                    <a:picLocks noChangeAspect="1" noChangeArrowheads="1"/>
                  </p:cNvPicPr>
                  <p:nvPr/>
                </p:nvPicPr>
                <p:blipFill>
                  <a:blip r:embed="rId5" cstate="print">
                    <a:duotone>
                      <a:prstClr val="black"/>
                      <a:schemeClr val="accent5">
                        <a:tint val="45000"/>
                        <a:satMod val="400000"/>
                      </a:schemeClr>
                    </a:duotone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919527" y="4414786"/>
                    <a:ext cx="380448" cy="409966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293" name="Picture 2" descr="Image result for air circuit breaker tranparent image&quot;"/>
                  <p:cNvPicPr>
                    <a:picLocks noChangeAspect="1" noChangeArrowheads="1"/>
                  </p:cNvPicPr>
                  <p:nvPr/>
                </p:nvPicPr>
                <p:blipFill>
                  <a:blip r:embed="rId5" cstate="print">
                    <a:duotone>
                      <a:prstClr val="black"/>
                      <a:schemeClr val="accent5">
                        <a:tint val="45000"/>
                        <a:satMod val="400000"/>
                      </a:schemeClr>
                    </a:duotone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919527" y="4887841"/>
                    <a:ext cx="380448" cy="409966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294" name="Picture 2" descr="Image result for air circuit breaker tranparent image&quot;"/>
                  <p:cNvPicPr>
                    <a:picLocks noChangeAspect="1" noChangeArrowheads="1"/>
                  </p:cNvPicPr>
                  <p:nvPr/>
                </p:nvPicPr>
                <p:blipFill>
                  <a:blip r:embed="rId5" cstate="print">
                    <a:duotone>
                      <a:prstClr val="black"/>
                      <a:schemeClr val="accent5">
                        <a:tint val="45000"/>
                        <a:satMod val="400000"/>
                      </a:schemeClr>
                    </a:duotone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893338" y="5411900"/>
                    <a:ext cx="380448" cy="409966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295" name="Picture 2" descr="Image result for air circuit breaker tranparent image&quot;"/>
                  <p:cNvPicPr>
                    <a:picLocks noChangeAspect="1" noChangeArrowheads="1"/>
                  </p:cNvPicPr>
                  <p:nvPr/>
                </p:nvPicPr>
                <p:blipFill>
                  <a:blip r:embed="rId5" cstate="print">
                    <a:duotone>
                      <a:prstClr val="black"/>
                      <a:schemeClr val="accent5">
                        <a:tint val="45000"/>
                        <a:satMod val="400000"/>
                      </a:schemeClr>
                    </a:duotone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893338" y="5901198"/>
                    <a:ext cx="380448" cy="409966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sp>
                <p:nvSpPr>
                  <p:cNvPr id="296" name="TextBox 295"/>
                  <p:cNvSpPr txBox="1"/>
                  <p:nvPr/>
                </p:nvSpPr>
                <p:spPr>
                  <a:xfrm>
                    <a:off x="93035" y="3904010"/>
                    <a:ext cx="911082" cy="38892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2100" dirty="0"/>
                      <a:t>m/c -1</a:t>
                    </a:r>
                  </a:p>
                </p:txBody>
              </p:sp>
              <p:sp>
                <p:nvSpPr>
                  <p:cNvPr id="297" name="TextBox 296"/>
                  <p:cNvSpPr txBox="1"/>
                  <p:nvPr/>
                </p:nvSpPr>
                <p:spPr>
                  <a:xfrm>
                    <a:off x="93035" y="4469341"/>
                    <a:ext cx="911082" cy="38892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2100" dirty="0"/>
                      <a:t>m/c -2</a:t>
                    </a:r>
                  </a:p>
                </p:txBody>
              </p:sp>
              <p:sp>
                <p:nvSpPr>
                  <p:cNvPr id="298" name="TextBox 297"/>
                  <p:cNvSpPr txBox="1"/>
                  <p:nvPr/>
                </p:nvSpPr>
                <p:spPr>
                  <a:xfrm>
                    <a:off x="83796" y="4909861"/>
                    <a:ext cx="911082" cy="38892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2100" dirty="0"/>
                      <a:t>m/c -3</a:t>
                    </a:r>
                  </a:p>
                </p:txBody>
              </p:sp>
              <p:sp>
                <p:nvSpPr>
                  <p:cNvPr id="299" name="TextBox 298"/>
                  <p:cNvSpPr txBox="1"/>
                  <p:nvPr/>
                </p:nvSpPr>
                <p:spPr>
                  <a:xfrm>
                    <a:off x="83796" y="5430550"/>
                    <a:ext cx="911082" cy="38892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2100" dirty="0"/>
                      <a:t>m/c -4</a:t>
                    </a:r>
                  </a:p>
                </p:txBody>
              </p:sp>
              <p:sp>
                <p:nvSpPr>
                  <p:cNvPr id="300" name="TextBox 299"/>
                  <p:cNvSpPr txBox="1"/>
                  <p:nvPr/>
                </p:nvSpPr>
                <p:spPr>
                  <a:xfrm>
                    <a:off x="53949" y="5941366"/>
                    <a:ext cx="911082" cy="38892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2100" dirty="0"/>
                      <a:t>m/c -5</a:t>
                    </a:r>
                  </a:p>
                </p:txBody>
              </p:sp>
              <p:sp>
                <p:nvSpPr>
                  <p:cNvPr id="301" name="TextBox 300"/>
                  <p:cNvSpPr txBox="1"/>
                  <p:nvPr/>
                </p:nvSpPr>
                <p:spPr>
                  <a:xfrm>
                    <a:off x="3697651" y="6210572"/>
                    <a:ext cx="830297" cy="38892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2100" dirty="0"/>
                      <a:t>cycles</a:t>
                    </a:r>
                  </a:p>
                </p:txBody>
              </p:sp>
              <p:sp>
                <p:nvSpPr>
                  <p:cNvPr id="302" name="Rectangle 301"/>
                  <p:cNvSpPr/>
                  <p:nvPr/>
                </p:nvSpPr>
                <p:spPr>
                  <a:xfrm>
                    <a:off x="105103" y="3885289"/>
                    <a:ext cx="4400590" cy="2719527"/>
                  </a:xfrm>
                  <a:prstGeom prst="rect">
                    <a:avLst/>
                  </a:prstGeom>
                  <a:noFill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700"/>
                  </a:p>
                </p:txBody>
              </p:sp>
              <p:sp>
                <p:nvSpPr>
                  <p:cNvPr id="303" name="Rectangle 302"/>
                  <p:cNvSpPr/>
                  <p:nvPr/>
                </p:nvSpPr>
                <p:spPr>
                  <a:xfrm>
                    <a:off x="660399" y="3623861"/>
                    <a:ext cx="3504225" cy="284925"/>
                  </a:xfrm>
                  <a:prstGeom prst="rect">
                    <a:avLst/>
                  </a:prstGeom>
                  <a:solidFill>
                    <a:srgbClr val="C00000"/>
                  </a:solidFill>
                  <a:ln>
                    <a:solidFill>
                      <a:srgbClr val="198B9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2100" dirty="0"/>
                      <a:t>Predictive Maintenance</a:t>
                    </a:r>
                  </a:p>
                </p:txBody>
              </p:sp>
            </p:grpSp>
            <p:pic>
              <p:nvPicPr>
                <p:cNvPr id="343" name="Graphic 29" descr="Tools">
                  <a:extLst>
                    <a:ext uri="{FF2B5EF4-FFF2-40B4-BE49-F238E27FC236}">
                      <a16:creationId xmlns:a16="http://schemas.microsoft.com/office/drawing/2014/main" id="{D5F01310-19C9-49A1-A462-72A7E694001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biLevel thresh="75000"/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452444" y="1728688"/>
                  <a:ext cx="183661" cy="163601"/>
                </a:xfrm>
                <a:prstGeom prst="rect">
                  <a:avLst/>
                </a:prstGeom>
              </p:spPr>
            </p:pic>
            <p:pic>
              <p:nvPicPr>
                <p:cNvPr id="344" name="Graphic 29" descr="Tools">
                  <a:extLst>
                    <a:ext uri="{FF2B5EF4-FFF2-40B4-BE49-F238E27FC236}">
                      <a16:creationId xmlns:a16="http://schemas.microsoft.com/office/drawing/2014/main" id="{D5F01310-19C9-49A1-A462-72A7E694001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biLevel thresh="75000"/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259417" y="2104430"/>
                  <a:ext cx="183661" cy="163601"/>
                </a:xfrm>
                <a:prstGeom prst="rect">
                  <a:avLst/>
                </a:prstGeom>
              </p:spPr>
            </p:pic>
            <p:pic>
              <p:nvPicPr>
                <p:cNvPr id="345" name="Graphic 29" descr="Tools">
                  <a:extLst>
                    <a:ext uri="{FF2B5EF4-FFF2-40B4-BE49-F238E27FC236}">
                      <a16:creationId xmlns:a16="http://schemas.microsoft.com/office/drawing/2014/main" id="{D5F01310-19C9-49A1-A462-72A7E694001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biLevel thresh="75000"/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812346" y="2431392"/>
                  <a:ext cx="183661" cy="163601"/>
                </a:xfrm>
                <a:prstGeom prst="rect">
                  <a:avLst/>
                </a:prstGeom>
              </p:spPr>
            </p:pic>
            <p:pic>
              <p:nvPicPr>
                <p:cNvPr id="346" name="Graphic 29" descr="Tools">
                  <a:extLst>
                    <a:ext uri="{FF2B5EF4-FFF2-40B4-BE49-F238E27FC236}">
                      <a16:creationId xmlns:a16="http://schemas.microsoft.com/office/drawing/2014/main" id="{D5F01310-19C9-49A1-A462-72A7E694001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biLevel thresh="75000"/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421543" y="2796637"/>
                  <a:ext cx="183661" cy="163601"/>
                </a:xfrm>
                <a:prstGeom prst="rect">
                  <a:avLst/>
                </a:prstGeom>
              </p:spPr>
            </p:pic>
            <p:pic>
              <p:nvPicPr>
                <p:cNvPr id="347" name="Graphic 29" descr="Tools">
                  <a:extLst>
                    <a:ext uri="{FF2B5EF4-FFF2-40B4-BE49-F238E27FC236}">
                      <a16:creationId xmlns:a16="http://schemas.microsoft.com/office/drawing/2014/main" id="{D5F01310-19C9-49A1-A462-72A7E694001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biLevel thresh="75000"/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904176" y="3143329"/>
                  <a:ext cx="183661" cy="163601"/>
                </a:xfrm>
                <a:prstGeom prst="rect">
                  <a:avLst/>
                </a:prstGeom>
              </p:spPr>
            </p:pic>
          </p:grpSp>
          <p:sp>
            <p:nvSpPr>
              <p:cNvPr id="348" name="Multiplication Sign 17">
                <a:extLst>
                  <a:ext uri="{FF2B5EF4-FFF2-40B4-BE49-F238E27FC236}">
                    <a16:creationId xmlns:a16="http://schemas.microsoft.com/office/drawing/2014/main" id="{53ABDD5D-B153-47CE-B40A-850CD01164EB}"/>
                  </a:ext>
                </a:extLst>
              </p:cNvPr>
              <p:cNvSpPr/>
              <p:nvPr/>
            </p:nvSpPr>
            <p:spPr>
              <a:xfrm>
                <a:off x="10576211" y="1915833"/>
                <a:ext cx="189949" cy="148445"/>
              </a:xfrm>
              <a:prstGeom prst="mathMultiply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100">
                  <a:solidFill>
                    <a:srgbClr val="004976"/>
                  </a:solidFill>
                </a:endParaRPr>
              </a:p>
            </p:txBody>
          </p:sp>
          <p:sp>
            <p:nvSpPr>
              <p:cNvPr id="1029" name="TextBox 1028"/>
              <p:cNvSpPr txBox="1"/>
              <p:nvPr/>
            </p:nvSpPr>
            <p:spPr>
              <a:xfrm>
                <a:off x="10756598" y="1798194"/>
                <a:ext cx="99899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100" dirty="0"/>
                  <a:t>Breakdown</a:t>
                </a:r>
              </a:p>
            </p:txBody>
          </p:sp>
          <p:pic>
            <p:nvPicPr>
              <p:cNvPr id="353" name="Graphic 29" descr="Tools">
                <a:extLst>
                  <a:ext uri="{FF2B5EF4-FFF2-40B4-BE49-F238E27FC236}">
                    <a16:creationId xmlns:a16="http://schemas.microsoft.com/office/drawing/2014/main" id="{D5F01310-19C9-49A1-A462-72A7E694001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biLevel thresh="7500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10579354" y="2150789"/>
                <a:ext cx="183661" cy="163601"/>
              </a:xfrm>
              <a:prstGeom prst="rect">
                <a:avLst/>
              </a:prstGeom>
            </p:spPr>
          </p:pic>
          <p:sp>
            <p:nvSpPr>
              <p:cNvPr id="354" name="TextBox 353"/>
              <p:cNvSpPr txBox="1"/>
              <p:nvPr/>
            </p:nvSpPr>
            <p:spPr>
              <a:xfrm>
                <a:off x="10756598" y="2057224"/>
                <a:ext cx="113372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100" dirty="0"/>
                  <a:t>Maintenance</a:t>
                </a:r>
              </a:p>
            </p:txBody>
          </p:sp>
          <p:sp>
            <p:nvSpPr>
              <p:cNvPr id="355" name="Rectangle 354"/>
              <p:cNvSpPr/>
              <p:nvPr/>
            </p:nvSpPr>
            <p:spPr>
              <a:xfrm>
                <a:off x="397282" y="1354009"/>
                <a:ext cx="11651283" cy="2829329"/>
              </a:xfrm>
              <a:prstGeom prst="rect">
                <a:avLst/>
              </a:prstGeom>
              <a:noFill/>
              <a:ln>
                <a:solidFill>
                  <a:srgbClr val="002C4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700"/>
              </a:p>
            </p:txBody>
          </p:sp>
        </p:grpSp>
        <p:sp>
          <p:nvSpPr>
            <p:cNvPr id="1031" name="TextBox 1030"/>
            <p:cNvSpPr txBox="1"/>
            <p:nvPr/>
          </p:nvSpPr>
          <p:spPr>
            <a:xfrm>
              <a:off x="1101053" y="3866766"/>
              <a:ext cx="177176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100" dirty="0"/>
                <a:t>Failure always occurs</a:t>
              </a:r>
            </a:p>
          </p:txBody>
        </p:sp>
        <p:sp>
          <p:nvSpPr>
            <p:cNvPr id="358" name="TextBox 357"/>
            <p:cNvSpPr txBox="1"/>
            <p:nvPr/>
          </p:nvSpPr>
          <p:spPr>
            <a:xfrm>
              <a:off x="4529748" y="3772001"/>
              <a:ext cx="1909284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100" dirty="0"/>
                <a:t>Increases uptime and</a:t>
              </a:r>
            </a:p>
            <a:p>
              <a:pPr algn="ctr"/>
              <a:r>
                <a:rPr lang="en-US" sz="2100" dirty="0"/>
                <a:t> less failures</a:t>
              </a:r>
            </a:p>
          </p:txBody>
        </p:sp>
        <p:sp>
          <p:nvSpPr>
            <p:cNvPr id="359" name="TextBox 358"/>
            <p:cNvSpPr txBox="1"/>
            <p:nvPr/>
          </p:nvSpPr>
          <p:spPr>
            <a:xfrm>
              <a:off x="7853804" y="3769846"/>
              <a:ext cx="2038165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100" dirty="0"/>
                <a:t>Maximizes life &amp; uptime</a:t>
              </a:r>
            </a:p>
            <a:p>
              <a:pPr algn="ctr"/>
              <a:r>
                <a:rPr lang="en-US" sz="2100" b="1" dirty="0"/>
                <a:t>No Failures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51233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D5560-8B18-4E9C-AD4F-B90C82BA2B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568" y="278732"/>
            <a:ext cx="13171760" cy="1988345"/>
          </a:xfrm>
        </p:spPr>
        <p:txBody>
          <a:bodyPr>
            <a:normAutofit/>
          </a:bodyPr>
          <a:lstStyle/>
          <a:p>
            <a:r>
              <a:rPr lang="en-US" sz="4800" dirty="0"/>
              <a:t>IDENTIFYING CRITICAL PARAMETERS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B99D404-46AC-4AD8-9C7F-1E3831F63C18}"/>
              </a:ext>
            </a:extLst>
          </p:cNvPr>
          <p:cNvSpPr txBox="1"/>
          <p:nvPr/>
        </p:nvSpPr>
        <p:spPr>
          <a:xfrm>
            <a:off x="704769" y="1782435"/>
            <a:ext cx="16722618" cy="198515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37160" tIns="68580" rIns="137160" bIns="6858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/>
              <a:t>Before answering following question, first need to identify critical parameters w.r.t the target variable and while selecting make sure there is no </a:t>
            </a:r>
            <a:r>
              <a:rPr lang="en-US" sz="2400" dirty="0" err="1"/>
              <a:t>multicollinearty</a:t>
            </a:r>
            <a:r>
              <a:rPr lang="en-US" sz="2400" dirty="0"/>
              <a:t>.</a:t>
            </a:r>
          </a:p>
          <a:p>
            <a:pPr marL="428625" indent="-428625">
              <a:buFontTx/>
              <a:buChar char="-"/>
            </a:pPr>
            <a:r>
              <a:rPr lang="en-US" sz="2400" dirty="0"/>
              <a:t>Remove features with low variance</a:t>
            </a:r>
          </a:p>
          <a:p>
            <a:pPr marL="428625" indent="-428625">
              <a:buFontTx/>
              <a:buChar char="-"/>
            </a:pPr>
            <a:r>
              <a:rPr lang="en-US" sz="2400" dirty="0"/>
              <a:t>Analyzing variance for the remaining features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704771" y="3457178"/>
            <a:ext cx="17417067" cy="5969211"/>
            <a:chOff x="469847" y="1892408"/>
            <a:chExt cx="11611378" cy="3979474"/>
          </a:xfrm>
        </p:grpSpPr>
        <p:grpSp>
          <p:nvGrpSpPr>
            <p:cNvPr id="3" name="Group 2"/>
            <p:cNvGrpSpPr/>
            <p:nvPr/>
          </p:nvGrpSpPr>
          <p:grpSpPr>
            <a:xfrm>
              <a:off x="469847" y="2432050"/>
              <a:ext cx="3889570" cy="2935605"/>
              <a:chOff x="469847" y="2293550"/>
              <a:chExt cx="3889570" cy="2935605"/>
            </a:xfrm>
          </p:grpSpPr>
          <p:sp>
            <p:nvSpPr>
              <p:cNvPr id="39" name="TextBox 38"/>
              <p:cNvSpPr txBox="1"/>
              <p:nvPr/>
            </p:nvSpPr>
            <p:spPr>
              <a:xfrm>
                <a:off x="1086612" y="2293550"/>
                <a:ext cx="2346872" cy="246221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  <a:latin typeface="Univers-Light-Normal" pitchFamily="2" charset="0"/>
                  </a:rPr>
                  <a:t>Variance of Parameters</a:t>
                </a:r>
              </a:p>
            </p:txBody>
          </p:sp>
          <p:pic>
            <p:nvPicPr>
              <p:cNvPr id="7" name="Picture 6"/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382" t="11182" r="8169" b="9245"/>
              <a:stretch/>
            </p:blipFill>
            <p:spPr>
              <a:xfrm rot="16200000">
                <a:off x="1077671" y="1947409"/>
                <a:ext cx="2673922" cy="3889570"/>
              </a:xfrm>
              <a:prstGeom prst="rect">
                <a:avLst/>
              </a:prstGeom>
            </p:spPr>
          </p:pic>
        </p:grpSp>
        <p:pic>
          <p:nvPicPr>
            <p:cNvPr id="6" name="Picture 5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23" t="13099" r="10842" b="8470"/>
            <a:stretch/>
          </p:blipFill>
          <p:spPr>
            <a:xfrm>
              <a:off x="5959468" y="1892408"/>
              <a:ext cx="6121757" cy="3979474"/>
            </a:xfrm>
            <a:prstGeom prst="rect">
              <a:avLst/>
            </a:prstGeom>
          </p:spPr>
        </p:pic>
        <p:cxnSp>
          <p:nvCxnSpPr>
            <p:cNvPr id="9" name="Straight Arrow Connector 8"/>
            <p:cNvCxnSpPr/>
            <p:nvPr/>
          </p:nvCxnSpPr>
          <p:spPr>
            <a:xfrm>
              <a:off x="4580965" y="3882145"/>
              <a:ext cx="1201270" cy="0"/>
            </a:xfrm>
            <a:prstGeom prst="straightConnector1">
              <a:avLst/>
            </a:prstGeom>
            <a:ln w="38100">
              <a:solidFill>
                <a:srgbClr val="198B9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130607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Picture 64" descr="A picture containing building&#10;&#10;Description automatically generated">
            <a:extLst>
              <a:ext uri="{FF2B5EF4-FFF2-40B4-BE49-F238E27FC236}">
                <a16:creationId xmlns:a16="http://schemas.microsoft.com/office/drawing/2014/main" id="{16253B2C-A3D0-459A-A846-A5D9245DF6F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24" r="40553" b="14759"/>
          <a:stretch/>
        </p:blipFill>
        <p:spPr>
          <a:xfrm>
            <a:off x="7792654" y="15"/>
            <a:ext cx="10871579" cy="1028698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3560439-D5E5-4957-AF3D-DCBB8CD25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763" y="16349"/>
            <a:ext cx="15773400" cy="1988345"/>
          </a:xfrm>
        </p:spPr>
        <p:txBody>
          <a:bodyPr/>
          <a:lstStyle/>
          <a:p>
            <a:r>
              <a:rPr lang="en-US" dirty="0"/>
              <a:t>Features</a:t>
            </a:r>
            <a:endParaRPr lang="en-IN" sz="27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46614F6-44EE-4CFF-9EE0-027F2CE9EC15}"/>
              </a:ext>
            </a:extLst>
          </p:cNvPr>
          <p:cNvSpPr txBox="1"/>
          <p:nvPr/>
        </p:nvSpPr>
        <p:spPr>
          <a:xfrm>
            <a:off x="641200" y="1863839"/>
            <a:ext cx="6608579" cy="67864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700" dirty="0">
              <a:latin typeface="Univers-Light-Normal" pitchFamily="2" charset="0"/>
            </a:endParaRPr>
          </a:p>
          <a:p>
            <a:pPr lvl="1" fontAlgn="base"/>
            <a:r>
              <a:rPr lang="en-US" sz="2400" dirty="0">
                <a:solidFill>
                  <a:srgbClr val="002F4D"/>
                </a:solidFill>
                <a:latin typeface="Univers-Light-Normal" pitchFamily="2" charset="0"/>
              </a:rPr>
              <a:t>Time to failure prediction (TTF or RUL)</a:t>
            </a:r>
          </a:p>
          <a:p>
            <a:pPr lvl="1" fontAlgn="base"/>
            <a:endParaRPr lang="en-US" sz="2400" dirty="0">
              <a:solidFill>
                <a:srgbClr val="002F4D"/>
              </a:solidFill>
              <a:latin typeface="Univers-Light-Normal" pitchFamily="2" charset="0"/>
            </a:endParaRPr>
          </a:p>
          <a:p>
            <a:pPr lvl="1" fontAlgn="base"/>
            <a:r>
              <a:rPr lang="en-US" sz="2400" dirty="0">
                <a:solidFill>
                  <a:srgbClr val="002F4D"/>
                </a:solidFill>
                <a:latin typeface="Univers-Light-Normal" pitchFamily="2" charset="0"/>
              </a:rPr>
              <a:t>Predicting which equipment is likely to get fail.</a:t>
            </a:r>
          </a:p>
          <a:p>
            <a:pPr lvl="1" fontAlgn="base"/>
            <a:endParaRPr lang="en-US" sz="2400" dirty="0">
              <a:solidFill>
                <a:srgbClr val="002F4D"/>
              </a:solidFill>
              <a:latin typeface="Univers-Light-Normal" pitchFamily="2" charset="0"/>
            </a:endParaRPr>
          </a:p>
          <a:p>
            <a:pPr lvl="1" fontAlgn="base"/>
            <a:r>
              <a:rPr lang="en-US" sz="2400" dirty="0">
                <a:solidFill>
                  <a:srgbClr val="002F4D"/>
                </a:solidFill>
                <a:latin typeface="Univers-Light-Normal" pitchFamily="2" charset="0"/>
              </a:rPr>
              <a:t>Integrate with Enterprise Resource Planning (ERP) System</a:t>
            </a:r>
          </a:p>
          <a:p>
            <a:pPr lvl="1" fontAlgn="base"/>
            <a:endParaRPr lang="en-US" sz="2400" dirty="0">
              <a:solidFill>
                <a:srgbClr val="002F4D"/>
              </a:solidFill>
              <a:latin typeface="Univers-Light-Normal" pitchFamily="2" charset="0"/>
            </a:endParaRPr>
          </a:p>
          <a:p>
            <a:pPr lvl="1" fontAlgn="base"/>
            <a:r>
              <a:rPr lang="en-US" sz="2400" dirty="0">
                <a:solidFill>
                  <a:srgbClr val="002F4D"/>
                </a:solidFill>
                <a:latin typeface="Univers-Light-Normal" pitchFamily="2" charset="0"/>
              </a:rPr>
              <a:t>Generate Alerts and Reports</a:t>
            </a:r>
          </a:p>
          <a:p>
            <a:pPr lvl="1" fontAlgn="base"/>
            <a:endParaRPr lang="en-US" sz="2400" dirty="0">
              <a:solidFill>
                <a:srgbClr val="002F4D"/>
              </a:solidFill>
              <a:latin typeface="Univers-Light-Normal" pitchFamily="2" charset="0"/>
            </a:endParaRPr>
          </a:p>
          <a:p>
            <a:pPr lvl="1" fontAlgn="base"/>
            <a:r>
              <a:rPr lang="en-US" sz="2400" dirty="0">
                <a:solidFill>
                  <a:srgbClr val="002F4D"/>
                </a:solidFill>
                <a:latin typeface="Univers-Light-Normal" pitchFamily="2" charset="0"/>
              </a:rPr>
              <a:t>Interactive Dashboard</a:t>
            </a:r>
          </a:p>
          <a:p>
            <a:pPr lvl="1" fontAlgn="base"/>
            <a:endParaRPr lang="en-US" sz="2400" dirty="0">
              <a:solidFill>
                <a:srgbClr val="002F4D"/>
              </a:solidFill>
              <a:latin typeface="Univers-Light-Normal" pitchFamily="2" charset="0"/>
            </a:endParaRPr>
          </a:p>
          <a:p>
            <a:pPr lvl="1" fontAlgn="base"/>
            <a:r>
              <a:rPr lang="en-US" sz="2400" dirty="0">
                <a:solidFill>
                  <a:srgbClr val="002F4D"/>
                </a:solidFill>
                <a:latin typeface="Univers-Light-Normal" pitchFamily="2" charset="0"/>
              </a:rPr>
              <a:t>Give Alerts for timely maintenance of machine</a:t>
            </a:r>
          </a:p>
          <a:p>
            <a:pPr lvl="1" fontAlgn="base"/>
            <a:endParaRPr lang="en-US" sz="2400" dirty="0">
              <a:solidFill>
                <a:srgbClr val="002F4D"/>
              </a:solidFill>
              <a:latin typeface="Univers-Light-Normal" pitchFamily="2" charset="0"/>
            </a:endParaRPr>
          </a:p>
          <a:p>
            <a:pPr lvl="1" fontAlgn="base"/>
            <a:endParaRPr lang="en-US" sz="2400" dirty="0">
              <a:solidFill>
                <a:srgbClr val="002F4D"/>
              </a:solidFill>
              <a:latin typeface="Univers-Light-Normal" pitchFamily="2" charset="0"/>
            </a:endParaRPr>
          </a:p>
          <a:p>
            <a:pPr lvl="1" fontAlgn="base"/>
            <a:endParaRPr lang="en-US" sz="2400" dirty="0">
              <a:solidFill>
                <a:srgbClr val="002F4D"/>
              </a:solidFill>
              <a:latin typeface="Univers-Light-Normal" pitchFamily="2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4753C98-E504-417E-862B-B408DD99796E}"/>
              </a:ext>
            </a:extLst>
          </p:cNvPr>
          <p:cNvSpPr/>
          <p:nvPr/>
        </p:nvSpPr>
        <p:spPr>
          <a:xfrm>
            <a:off x="10332720" y="4111923"/>
            <a:ext cx="1767840" cy="1355334"/>
          </a:xfrm>
          <a:prstGeom prst="rect">
            <a:avLst/>
          </a:prstGeom>
          <a:solidFill>
            <a:srgbClr val="FFFF00">
              <a:alpha val="40000"/>
            </a:srgbClr>
          </a:solidFill>
          <a:ln>
            <a:solidFill>
              <a:srgbClr val="FFFF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100" dirty="0"/>
              <a:t>TTF: 378</a:t>
            </a:r>
          </a:p>
          <a:p>
            <a:r>
              <a:rPr lang="en-US" sz="2100" dirty="0"/>
              <a:t>TTS: 300</a:t>
            </a:r>
          </a:p>
          <a:p>
            <a:r>
              <a:rPr lang="en-US" sz="2100" dirty="0" err="1"/>
              <a:t>Efail</a:t>
            </a:r>
            <a:r>
              <a:rPr lang="en-US" sz="2100" dirty="0"/>
              <a:t>: None</a:t>
            </a:r>
          </a:p>
          <a:p>
            <a:r>
              <a:rPr lang="en-US" sz="2100" dirty="0"/>
              <a:t>ERP: None</a:t>
            </a:r>
            <a:endParaRPr lang="en-IN" sz="21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3BFC4DE-D7D9-418D-85FA-7A225B0B22C9}"/>
              </a:ext>
            </a:extLst>
          </p:cNvPr>
          <p:cNvSpPr/>
          <p:nvPr/>
        </p:nvSpPr>
        <p:spPr>
          <a:xfrm>
            <a:off x="12100560" y="6713768"/>
            <a:ext cx="1402080" cy="1355334"/>
          </a:xfrm>
          <a:prstGeom prst="rect">
            <a:avLst/>
          </a:prstGeom>
          <a:solidFill>
            <a:srgbClr val="FFFF00">
              <a:alpha val="40000"/>
            </a:srgbClr>
          </a:solidFill>
          <a:ln>
            <a:solidFill>
              <a:srgbClr val="FFFF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100" dirty="0"/>
              <a:t>TTF: 260</a:t>
            </a:r>
          </a:p>
          <a:p>
            <a:r>
              <a:rPr lang="en-US" sz="2100" dirty="0"/>
              <a:t>TTS: 300</a:t>
            </a:r>
          </a:p>
          <a:p>
            <a:r>
              <a:rPr lang="en-US" sz="2100" dirty="0"/>
              <a:t>Part: 4</a:t>
            </a:r>
          </a:p>
          <a:p>
            <a:r>
              <a:rPr lang="en-US" sz="2100" dirty="0"/>
              <a:t>ERP: 9</a:t>
            </a:r>
            <a:endParaRPr lang="en-IN" sz="21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6E53569-E204-4B37-B15D-E63A0C20015E}"/>
              </a:ext>
            </a:extLst>
          </p:cNvPr>
          <p:cNvSpPr/>
          <p:nvPr/>
        </p:nvSpPr>
        <p:spPr>
          <a:xfrm>
            <a:off x="14813526" y="8528955"/>
            <a:ext cx="1508637" cy="1355334"/>
          </a:xfrm>
          <a:prstGeom prst="rect">
            <a:avLst/>
          </a:prstGeom>
          <a:solidFill>
            <a:srgbClr val="FFFF00">
              <a:alpha val="40000"/>
            </a:srgbClr>
          </a:solidFill>
          <a:ln>
            <a:solidFill>
              <a:srgbClr val="FFFF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100" dirty="0"/>
              <a:t>TTF: 126</a:t>
            </a:r>
          </a:p>
          <a:p>
            <a:r>
              <a:rPr lang="en-US" sz="2100" dirty="0"/>
              <a:t>TTS: 300</a:t>
            </a:r>
          </a:p>
          <a:p>
            <a:r>
              <a:rPr lang="en-US" sz="2100" dirty="0"/>
              <a:t>Part: 2</a:t>
            </a:r>
          </a:p>
          <a:p>
            <a:r>
              <a:rPr lang="en-US" sz="2100" dirty="0"/>
              <a:t>ERP: 3</a:t>
            </a:r>
            <a:endParaRPr lang="en-IN" sz="2100" dirty="0"/>
          </a:p>
        </p:txBody>
      </p:sp>
      <p:pic>
        <p:nvPicPr>
          <p:cNvPr id="1026" name="Picture 2" descr="Image result for aws cloud">
            <a:extLst>
              <a:ext uri="{FF2B5EF4-FFF2-40B4-BE49-F238E27FC236}">
                <a16:creationId xmlns:a16="http://schemas.microsoft.com/office/drawing/2014/main" id="{79A8A39F-B9F1-443D-8D73-D8A3F6606B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52293" y="-666897"/>
            <a:ext cx="3657600" cy="365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DE7BA05-83D6-41DE-A242-025A2DB42BD2}"/>
              </a:ext>
            </a:extLst>
          </p:cNvPr>
          <p:cNvSpPr txBox="1"/>
          <p:nvPr/>
        </p:nvSpPr>
        <p:spPr>
          <a:xfrm>
            <a:off x="14800297" y="888463"/>
            <a:ext cx="276159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+mj-lt"/>
              </a:rPr>
              <a:t>Machine Learning</a:t>
            </a:r>
          </a:p>
          <a:p>
            <a:pPr algn="ctr"/>
            <a:r>
              <a:rPr lang="en-US" sz="2400" b="1" dirty="0">
                <a:solidFill>
                  <a:schemeClr val="bg1"/>
                </a:solidFill>
                <a:latin typeface="+mj-lt"/>
              </a:rPr>
              <a:t>model</a:t>
            </a:r>
            <a:endParaRPr lang="en-IN" sz="2400" b="1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15" name="Picture 56" descr="A close up of a logo&#10;&#10;Description generated with high confidence">
            <a:extLst>
              <a:ext uri="{FF2B5EF4-FFF2-40B4-BE49-F238E27FC236}">
                <a16:creationId xmlns:a16="http://schemas.microsoft.com/office/drawing/2014/main" id="{2DF31363-3F73-44A4-9864-0EC3B419587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876545" y="2351085"/>
            <a:ext cx="258747" cy="374988"/>
          </a:xfrm>
          <a:prstGeom prst="rect">
            <a:avLst/>
          </a:prstGeom>
        </p:spPr>
      </p:pic>
      <p:pic>
        <p:nvPicPr>
          <p:cNvPr id="16" name="Picture 56" descr="A close up of a logo&#10;&#10;Description generated with high confidence">
            <a:extLst>
              <a:ext uri="{FF2B5EF4-FFF2-40B4-BE49-F238E27FC236}">
                <a16:creationId xmlns:a16="http://schemas.microsoft.com/office/drawing/2014/main" id="{2DF31363-3F73-44A4-9864-0EC3B419587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867686" y="3097500"/>
            <a:ext cx="258747" cy="374988"/>
          </a:xfrm>
          <a:prstGeom prst="rect">
            <a:avLst/>
          </a:prstGeom>
        </p:spPr>
      </p:pic>
      <p:pic>
        <p:nvPicPr>
          <p:cNvPr id="17" name="Picture 56" descr="A close up of a logo&#10;&#10;Description generated with high confidence">
            <a:extLst>
              <a:ext uri="{FF2B5EF4-FFF2-40B4-BE49-F238E27FC236}">
                <a16:creationId xmlns:a16="http://schemas.microsoft.com/office/drawing/2014/main" id="{2DF31363-3F73-44A4-9864-0EC3B419587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860723" y="4224416"/>
            <a:ext cx="258747" cy="374988"/>
          </a:xfrm>
          <a:prstGeom prst="rect">
            <a:avLst/>
          </a:prstGeom>
        </p:spPr>
      </p:pic>
      <p:pic>
        <p:nvPicPr>
          <p:cNvPr id="18" name="Picture 56" descr="A close up of a logo&#10;&#10;Description generated with high confidence">
            <a:extLst>
              <a:ext uri="{FF2B5EF4-FFF2-40B4-BE49-F238E27FC236}">
                <a16:creationId xmlns:a16="http://schemas.microsoft.com/office/drawing/2014/main" id="{2DF31363-3F73-44A4-9864-0EC3B419587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860723" y="5310029"/>
            <a:ext cx="258747" cy="374988"/>
          </a:xfrm>
          <a:prstGeom prst="rect">
            <a:avLst/>
          </a:prstGeom>
        </p:spPr>
      </p:pic>
      <p:pic>
        <p:nvPicPr>
          <p:cNvPr id="19" name="Picture 56" descr="A close up of a logo&#10;&#10;Description generated with high confidence">
            <a:extLst>
              <a:ext uri="{FF2B5EF4-FFF2-40B4-BE49-F238E27FC236}">
                <a16:creationId xmlns:a16="http://schemas.microsoft.com/office/drawing/2014/main" id="{2DF31363-3F73-44A4-9864-0EC3B419587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860723" y="5995016"/>
            <a:ext cx="258747" cy="374988"/>
          </a:xfrm>
          <a:prstGeom prst="rect">
            <a:avLst/>
          </a:prstGeom>
        </p:spPr>
      </p:pic>
      <p:pic>
        <p:nvPicPr>
          <p:cNvPr id="20" name="Picture 56" descr="A close up of a logo&#10;&#10;Description generated with high confidence">
            <a:extLst>
              <a:ext uri="{FF2B5EF4-FFF2-40B4-BE49-F238E27FC236}">
                <a16:creationId xmlns:a16="http://schemas.microsoft.com/office/drawing/2014/main" id="{2DF31363-3F73-44A4-9864-0EC3B419587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860723" y="6773274"/>
            <a:ext cx="258747" cy="374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8507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3" grpId="0" animBg="1"/>
      <p:bldP spid="14" grpId="0" animBg="1"/>
      <p:bldP spid="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8473" y="444539"/>
            <a:ext cx="15773400" cy="1988345"/>
          </a:xfrm>
        </p:spPr>
        <p:txBody>
          <a:bodyPr/>
          <a:lstStyle/>
          <a:p>
            <a:r>
              <a:rPr lang="en-US" dirty="0"/>
              <a:t>Regression and Time series for prediction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5736" y="2154868"/>
            <a:ext cx="16247258" cy="6385310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 flipH="1">
            <a:off x="5923722" y="2504661"/>
            <a:ext cx="11549271" cy="4969566"/>
          </a:xfrm>
          <a:prstGeom prst="line">
            <a:avLst/>
          </a:prstGeom>
          <a:ln w="5715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3175349" y="1803749"/>
            <a:ext cx="6028287" cy="4179608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9203636" y="1554372"/>
            <a:ext cx="4472609" cy="1367733"/>
          </a:xfrm>
          <a:prstGeom prst="line">
            <a:avLst/>
          </a:prstGeom>
          <a:ln w="57150">
            <a:prstDash val="dash"/>
            <a:headEnd type="none" w="med" len="med"/>
            <a:tailEnd type="triangl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9203636" y="1554372"/>
            <a:ext cx="4929809" cy="2818845"/>
          </a:xfrm>
          <a:prstGeom prst="line">
            <a:avLst/>
          </a:prstGeom>
          <a:ln w="57150">
            <a:prstDash val="dash"/>
            <a:headEnd type="none" w="med" len="med"/>
            <a:tailEnd type="triangl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0526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5755" y="31083"/>
            <a:ext cx="15291486" cy="1464276"/>
          </a:xfrm>
        </p:spPr>
        <p:txBody>
          <a:bodyPr/>
          <a:lstStyle/>
          <a:p>
            <a:r>
              <a:rPr lang="en-US" dirty="0"/>
              <a:t>Where it is used</a:t>
            </a:r>
          </a:p>
        </p:txBody>
      </p:sp>
      <p:sp>
        <p:nvSpPr>
          <p:cNvPr id="4" name="Rectangle 3"/>
          <p:cNvSpPr/>
          <p:nvPr/>
        </p:nvSpPr>
        <p:spPr>
          <a:xfrm>
            <a:off x="1256414" y="4168426"/>
            <a:ext cx="3134673" cy="12007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</a:rPr>
              <a:t>Insights</a:t>
            </a:r>
          </a:p>
        </p:txBody>
      </p:sp>
      <p:cxnSp>
        <p:nvCxnSpPr>
          <p:cNvPr id="7" name="Straight Arrow Connector 6"/>
          <p:cNvCxnSpPr>
            <a:endCxn id="18" idx="1"/>
          </p:cNvCxnSpPr>
          <p:nvPr/>
        </p:nvCxnSpPr>
        <p:spPr>
          <a:xfrm>
            <a:off x="4391087" y="4768796"/>
            <a:ext cx="9516449" cy="25706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13907535" y="4194131"/>
            <a:ext cx="3134673" cy="12007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</a:rPr>
              <a:t>Prediction or Decisions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833779" y="3846862"/>
            <a:ext cx="815009" cy="53653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sp>
        <p:nvSpPr>
          <p:cNvPr id="19" name="Rectangle 18"/>
          <p:cNvSpPr/>
          <p:nvPr/>
        </p:nvSpPr>
        <p:spPr>
          <a:xfrm>
            <a:off x="5703673" y="3498045"/>
            <a:ext cx="3147524" cy="10022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</a:rPr>
              <a:t>Machine Learning</a:t>
            </a:r>
          </a:p>
        </p:txBody>
      </p:sp>
      <p:cxnSp>
        <p:nvCxnSpPr>
          <p:cNvPr id="13" name="Straight Connector 12"/>
          <p:cNvCxnSpPr/>
          <p:nvPr/>
        </p:nvCxnSpPr>
        <p:spPr>
          <a:xfrm>
            <a:off x="5697428" y="3795529"/>
            <a:ext cx="18735" cy="3001658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V="1">
            <a:off x="5703672" y="5917592"/>
            <a:ext cx="914400" cy="2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630563" y="5659830"/>
            <a:ext cx="482561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/>
              <a:t>Regression and Time Series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43214" y="6482369"/>
            <a:ext cx="262123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/>
              <a:t>Classification</a:t>
            </a:r>
          </a:p>
        </p:txBody>
      </p:sp>
      <p:cxnSp>
        <p:nvCxnSpPr>
          <p:cNvPr id="31" name="Straight Arrow Connector 30"/>
          <p:cNvCxnSpPr/>
          <p:nvPr/>
        </p:nvCxnSpPr>
        <p:spPr>
          <a:xfrm flipV="1">
            <a:off x="5716163" y="6797186"/>
            <a:ext cx="914400" cy="2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0912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09602" y="1181102"/>
          <a:ext cx="17221204" cy="8077204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32289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922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39974">
                <a:tc>
                  <a:txBody>
                    <a:bodyPr/>
                    <a:lstStyle/>
                    <a:p>
                      <a:pPr algn="ctr" fontAlgn="b"/>
                      <a:r>
                        <a:rPr lang="en-US" sz="4100" b="1" u="none" strike="noStrike" dirty="0">
                          <a:effectLst/>
                          <a:latin typeface="Agency FB" panose="020B0503020202020204" pitchFamily="34" charset="0"/>
                        </a:rPr>
                        <a:t>Domain</a:t>
                      </a:r>
                      <a:endParaRPr lang="en-US" sz="4100" b="1" i="0" u="none" strike="noStrike" dirty="0">
                        <a:solidFill>
                          <a:srgbClr val="000000"/>
                        </a:solidFill>
                        <a:effectLst/>
                        <a:latin typeface="Agency FB" panose="020B0503020202020204" pitchFamily="34" charset="0"/>
                      </a:endParaRPr>
                    </a:p>
                  </a:txBody>
                  <a:tcPr marL="6314" marR="6314" marT="63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4100" b="1" u="none" strike="noStrike" dirty="0">
                          <a:effectLst/>
                          <a:latin typeface="Agency FB" panose="020B0503020202020204" pitchFamily="34" charset="0"/>
                        </a:rPr>
                        <a:t> Question</a:t>
                      </a:r>
                      <a:endParaRPr lang="en-US" sz="4100" b="1" i="0" u="none" strike="noStrike" dirty="0">
                        <a:solidFill>
                          <a:srgbClr val="000000"/>
                        </a:solidFill>
                        <a:effectLst/>
                        <a:latin typeface="Agency FB" panose="020B0503020202020204" pitchFamily="34" charset="0"/>
                      </a:endParaRPr>
                    </a:p>
                  </a:txBody>
                  <a:tcPr marL="6314" marR="6314" marT="6314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9974">
                <a:tc>
                  <a:txBody>
                    <a:bodyPr/>
                    <a:lstStyle/>
                    <a:p>
                      <a:pPr algn="l" fontAlgn="b"/>
                      <a:r>
                        <a:rPr lang="en-US" sz="4100" i="0" u="none" strike="noStrike" dirty="0">
                          <a:effectLst/>
                          <a:latin typeface="Agency FB" panose="020B0503020202020204" pitchFamily="34" charset="0"/>
                        </a:rPr>
                        <a:t>Telecom</a:t>
                      </a:r>
                      <a:endParaRPr lang="en-US" sz="4100" b="0" i="0" u="none" strike="noStrike" dirty="0">
                        <a:solidFill>
                          <a:srgbClr val="000000"/>
                        </a:solidFill>
                        <a:effectLst/>
                        <a:latin typeface="Agency FB" panose="020B0503020202020204" pitchFamily="34" charset="0"/>
                      </a:endParaRPr>
                    </a:p>
                  </a:txBody>
                  <a:tcPr marL="6314" marR="6314" marT="6314" marB="0" anchor="b"/>
                </a:tc>
                <a:tc>
                  <a:txBody>
                    <a:bodyPr/>
                    <a:lstStyle/>
                    <a:p>
                      <a:pPr lvl="0" algn="l" fontAlgn="b"/>
                      <a:r>
                        <a:rPr lang="en-US" sz="3200" b="1" i="0" u="none" strike="noStrike" spc="0" dirty="0">
                          <a:solidFill>
                            <a:srgbClr val="002060"/>
                          </a:solidFill>
                          <a:effectLst/>
                          <a:latin typeface="Californian FB" panose="0207040306080B030204" pitchFamily="18" charset="0"/>
                        </a:rPr>
                        <a:t> Is a customer likely to leave the network? (churn prediction)</a:t>
                      </a:r>
                    </a:p>
                  </a:txBody>
                  <a:tcPr marL="6314" marR="6314" marT="6314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9050">
                <a:tc>
                  <a:txBody>
                    <a:bodyPr/>
                    <a:lstStyle/>
                    <a:p>
                      <a:pPr algn="l" fontAlgn="b"/>
                      <a:r>
                        <a:rPr lang="en-US" sz="4100" i="0" u="none" strike="noStrike" dirty="0">
                          <a:effectLst/>
                          <a:latin typeface="Agency FB" panose="020B0503020202020204" pitchFamily="34" charset="0"/>
                        </a:rPr>
                        <a:t>Retail</a:t>
                      </a:r>
                      <a:endParaRPr lang="en-US" sz="4100" b="0" i="0" u="none" strike="noStrike" dirty="0">
                        <a:solidFill>
                          <a:srgbClr val="000000"/>
                        </a:solidFill>
                        <a:effectLst/>
                        <a:latin typeface="Agency FB" panose="020B0503020202020204" pitchFamily="34" charset="0"/>
                      </a:endParaRPr>
                    </a:p>
                  </a:txBody>
                  <a:tcPr marL="6314" marR="6314" marT="6314" marB="0" anchor="b"/>
                </a:tc>
                <a:tc>
                  <a:txBody>
                    <a:bodyPr/>
                    <a:lstStyle/>
                    <a:p>
                      <a:pPr lvl="0" algn="l" fontAlgn="b"/>
                      <a:r>
                        <a:rPr lang="en-US" sz="3200" b="1" i="0" u="none" strike="noStrike" spc="0" dirty="0">
                          <a:solidFill>
                            <a:srgbClr val="002060"/>
                          </a:solidFill>
                          <a:effectLst/>
                          <a:latin typeface="Californian FB" panose="0207040306080B030204" pitchFamily="18" charset="0"/>
                        </a:rPr>
                        <a:t> Is he a prospective customer? that is likelihood of purchase vs. non-purchase?</a:t>
                      </a:r>
                    </a:p>
                  </a:txBody>
                  <a:tcPr marL="6314" marR="6314" marT="6314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9974">
                <a:tc>
                  <a:txBody>
                    <a:bodyPr/>
                    <a:lstStyle/>
                    <a:p>
                      <a:pPr algn="l" fontAlgn="b"/>
                      <a:r>
                        <a:rPr lang="en-US" sz="4100" i="0" u="none" strike="noStrike" dirty="0">
                          <a:effectLst/>
                          <a:latin typeface="Agency FB" panose="020B0503020202020204" pitchFamily="34" charset="0"/>
                        </a:rPr>
                        <a:t>Insurance</a:t>
                      </a:r>
                      <a:endParaRPr lang="en-US" sz="4100" b="0" i="0" u="none" strike="noStrike" dirty="0">
                        <a:solidFill>
                          <a:srgbClr val="000000"/>
                        </a:solidFill>
                        <a:effectLst/>
                        <a:latin typeface="Agency FB" panose="020B0503020202020204" pitchFamily="34" charset="0"/>
                      </a:endParaRPr>
                    </a:p>
                  </a:txBody>
                  <a:tcPr marL="6314" marR="6314" marT="6314" marB="0" anchor="b"/>
                </a:tc>
                <a:tc>
                  <a:txBody>
                    <a:bodyPr/>
                    <a:lstStyle/>
                    <a:p>
                      <a:pPr lvl="0" algn="l" fontAlgn="b"/>
                      <a:r>
                        <a:rPr lang="en-US" sz="3200" b="1" i="0" u="none" strike="noStrike" spc="0" dirty="0">
                          <a:solidFill>
                            <a:srgbClr val="002060"/>
                          </a:solidFill>
                          <a:effectLst/>
                          <a:latin typeface="Californian FB" panose="0207040306080B030204" pitchFamily="18" charset="0"/>
                        </a:rPr>
                        <a:t> To issue insurance should a customer be sent for a medical checkup?</a:t>
                      </a:r>
                    </a:p>
                  </a:txBody>
                  <a:tcPr marL="6314" marR="6314" marT="6314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9974">
                <a:tc>
                  <a:txBody>
                    <a:bodyPr/>
                    <a:lstStyle/>
                    <a:p>
                      <a:pPr algn="l" fontAlgn="b"/>
                      <a:r>
                        <a:rPr lang="en-US" sz="4100" i="0" u="none" strike="noStrike" dirty="0">
                          <a:effectLst/>
                          <a:latin typeface="Agency FB" panose="020B0503020202020204" pitchFamily="34" charset="0"/>
                        </a:rPr>
                        <a:t>Insurance</a:t>
                      </a:r>
                      <a:endParaRPr lang="en-US" sz="4100" b="0" i="0" u="none" strike="noStrike" dirty="0">
                        <a:solidFill>
                          <a:srgbClr val="000000"/>
                        </a:solidFill>
                        <a:effectLst/>
                        <a:latin typeface="Agency FB" panose="020B0503020202020204" pitchFamily="34" charset="0"/>
                      </a:endParaRPr>
                    </a:p>
                  </a:txBody>
                  <a:tcPr marL="6314" marR="6314" marT="6314" marB="0" anchor="b"/>
                </a:tc>
                <a:tc>
                  <a:txBody>
                    <a:bodyPr/>
                    <a:lstStyle/>
                    <a:p>
                      <a:pPr lvl="0" algn="l" fontAlgn="b"/>
                      <a:r>
                        <a:rPr lang="en-US" sz="3200" b="1" i="0" u="none" strike="noStrike" spc="0" dirty="0">
                          <a:solidFill>
                            <a:srgbClr val="002060"/>
                          </a:solidFill>
                          <a:effectLst/>
                          <a:latin typeface="Californian FB" panose="0207040306080B030204" pitchFamily="18" charset="0"/>
                        </a:rPr>
                        <a:t> Will the customer renew the insurance?</a:t>
                      </a:r>
                    </a:p>
                  </a:txBody>
                  <a:tcPr marL="6314" marR="6314" marT="6314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9974">
                <a:tc>
                  <a:txBody>
                    <a:bodyPr/>
                    <a:lstStyle/>
                    <a:p>
                      <a:pPr algn="l" fontAlgn="b"/>
                      <a:r>
                        <a:rPr lang="en-US" sz="4100" i="0" u="none" strike="noStrike" dirty="0">
                          <a:effectLst/>
                          <a:latin typeface="Agency FB" panose="020B0503020202020204" pitchFamily="34" charset="0"/>
                        </a:rPr>
                        <a:t>Banking</a:t>
                      </a:r>
                      <a:endParaRPr lang="en-US" sz="4100" b="0" i="0" u="none" strike="noStrike" dirty="0">
                        <a:solidFill>
                          <a:srgbClr val="000000"/>
                        </a:solidFill>
                        <a:effectLst/>
                        <a:latin typeface="Agency FB" panose="020B0503020202020204" pitchFamily="34" charset="0"/>
                      </a:endParaRPr>
                    </a:p>
                  </a:txBody>
                  <a:tcPr marL="6314" marR="6314" marT="6314" marB="0" anchor="b"/>
                </a:tc>
                <a:tc>
                  <a:txBody>
                    <a:bodyPr/>
                    <a:lstStyle/>
                    <a:p>
                      <a:pPr lvl="0" algn="l" fontAlgn="b"/>
                      <a:r>
                        <a:rPr lang="en-US" sz="3200" b="1" i="0" u="none" strike="noStrike" spc="0" dirty="0">
                          <a:solidFill>
                            <a:srgbClr val="002060"/>
                          </a:solidFill>
                          <a:effectLst/>
                          <a:latin typeface="Californian FB" panose="0207040306080B030204" pitchFamily="18" charset="0"/>
                        </a:rPr>
                        <a:t> Will a customer default on the loan amount?</a:t>
                      </a:r>
                    </a:p>
                  </a:txBody>
                  <a:tcPr marL="6314" marR="6314" marT="6314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39974">
                <a:tc>
                  <a:txBody>
                    <a:bodyPr/>
                    <a:lstStyle/>
                    <a:p>
                      <a:pPr algn="l" fontAlgn="b"/>
                      <a:r>
                        <a:rPr lang="en-US" sz="4100" i="0" u="none" strike="noStrike" dirty="0">
                          <a:effectLst/>
                          <a:latin typeface="Agency FB" panose="020B0503020202020204" pitchFamily="34" charset="0"/>
                        </a:rPr>
                        <a:t>Banking</a:t>
                      </a:r>
                      <a:endParaRPr lang="en-US" sz="4100" b="0" i="0" u="none" strike="noStrike" dirty="0">
                        <a:solidFill>
                          <a:srgbClr val="000000"/>
                        </a:solidFill>
                        <a:effectLst/>
                        <a:latin typeface="Agency FB" panose="020B0503020202020204" pitchFamily="34" charset="0"/>
                      </a:endParaRPr>
                    </a:p>
                  </a:txBody>
                  <a:tcPr marL="6314" marR="6314" marT="6314" marB="0" anchor="b"/>
                </a:tc>
                <a:tc>
                  <a:txBody>
                    <a:bodyPr/>
                    <a:lstStyle/>
                    <a:p>
                      <a:pPr lvl="0" algn="l" fontAlgn="b"/>
                      <a:r>
                        <a:rPr lang="en-US" sz="3200" b="1" i="0" u="none" strike="noStrike" spc="0" dirty="0">
                          <a:solidFill>
                            <a:srgbClr val="002060"/>
                          </a:solidFill>
                          <a:effectLst/>
                          <a:latin typeface="Californian FB" panose="0207040306080B030204" pitchFamily="18" charset="0"/>
                        </a:rPr>
                        <a:t> Should a customer be given a loan?</a:t>
                      </a:r>
                    </a:p>
                  </a:txBody>
                  <a:tcPr marL="6314" marR="6314" marT="6314" marB="0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994181">
                <a:tc>
                  <a:txBody>
                    <a:bodyPr/>
                    <a:lstStyle/>
                    <a:p>
                      <a:pPr algn="l" fontAlgn="b"/>
                      <a:r>
                        <a:rPr lang="en-US" sz="4100" i="0" u="none" strike="noStrike" dirty="0">
                          <a:effectLst/>
                          <a:latin typeface="Agency FB" panose="020B0503020202020204" pitchFamily="34" charset="0"/>
                        </a:rPr>
                        <a:t>Manufacturing</a:t>
                      </a:r>
                      <a:endParaRPr lang="en-US" sz="4100" b="0" i="0" u="none" strike="noStrike" dirty="0">
                        <a:solidFill>
                          <a:srgbClr val="000000"/>
                        </a:solidFill>
                        <a:effectLst/>
                        <a:latin typeface="Agency FB" panose="020B0503020202020204" pitchFamily="34" charset="0"/>
                      </a:endParaRPr>
                    </a:p>
                  </a:txBody>
                  <a:tcPr marL="6314" marR="6314" marT="6314" marB="0" anchor="b"/>
                </a:tc>
                <a:tc>
                  <a:txBody>
                    <a:bodyPr/>
                    <a:lstStyle/>
                    <a:p>
                      <a:pPr lvl="0" algn="l" fontAlgn="b"/>
                      <a:r>
                        <a:rPr lang="en-US" sz="3200" b="1" i="0" u="none" strike="noStrike" spc="0" dirty="0">
                          <a:solidFill>
                            <a:srgbClr val="002060"/>
                          </a:solidFill>
                          <a:effectLst/>
                          <a:latin typeface="Californian FB" panose="0207040306080B030204" pitchFamily="18" charset="0"/>
                        </a:rPr>
                        <a:t> Will the equipment fail?</a:t>
                      </a:r>
                    </a:p>
                  </a:txBody>
                  <a:tcPr marL="6314" marR="6314" marT="6314" marB="0" anchor="b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39974">
                <a:tc>
                  <a:txBody>
                    <a:bodyPr/>
                    <a:lstStyle/>
                    <a:p>
                      <a:pPr algn="l" fontAlgn="b"/>
                      <a:r>
                        <a:rPr lang="en-US" sz="4100" i="0" u="none" strike="noStrike" dirty="0">
                          <a:effectLst/>
                          <a:latin typeface="Agency FB" panose="020B0503020202020204" pitchFamily="34" charset="0"/>
                        </a:rPr>
                        <a:t>Health Care</a:t>
                      </a:r>
                      <a:endParaRPr lang="en-US" sz="4100" b="0" i="0" u="none" strike="noStrike" dirty="0">
                        <a:solidFill>
                          <a:srgbClr val="000000"/>
                        </a:solidFill>
                        <a:effectLst/>
                        <a:latin typeface="Agency FB" panose="020B0503020202020204" pitchFamily="34" charset="0"/>
                      </a:endParaRPr>
                    </a:p>
                  </a:txBody>
                  <a:tcPr marL="6314" marR="6314" marT="6314" marB="0" anchor="b"/>
                </a:tc>
                <a:tc>
                  <a:txBody>
                    <a:bodyPr/>
                    <a:lstStyle/>
                    <a:p>
                      <a:pPr lvl="0" algn="l" fontAlgn="b"/>
                      <a:r>
                        <a:rPr lang="en-US" sz="3200" b="1" i="0" u="none" strike="noStrike" spc="0" dirty="0">
                          <a:solidFill>
                            <a:srgbClr val="002060"/>
                          </a:solidFill>
                          <a:effectLst/>
                          <a:latin typeface="Californian FB" panose="0207040306080B030204" pitchFamily="18" charset="0"/>
                        </a:rPr>
                        <a:t> Is the patient infected with a disease?</a:t>
                      </a:r>
                    </a:p>
                  </a:txBody>
                  <a:tcPr marL="6314" marR="6314" marT="6314" marB="0" anchor="b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39974">
                <a:tc>
                  <a:txBody>
                    <a:bodyPr/>
                    <a:lstStyle/>
                    <a:p>
                      <a:pPr algn="l" fontAlgn="b"/>
                      <a:r>
                        <a:rPr lang="en-US" sz="4100" i="0" u="none" strike="noStrike" dirty="0">
                          <a:effectLst/>
                          <a:latin typeface="Agency FB" panose="020B0503020202020204" pitchFamily="34" charset="0"/>
                        </a:rPr>
                        <a:t>Health Care</a:t>
                      </a:r>
                      <a:endParaRPr lang="en-US" sz="4100" b="0" i="0" u="none" strike="noStrike" dirty="0">
                        <a:solidFill>
                          <a:srgbClr val="000000"/>
                        </a:solidFill>
                        <a:effectLst/>
                        <a:latin typeface="Agency FB" panose="020B0503020202020204" pitchFamily="34" charset="0"/>
                      </a:endParaRPr>
                    </a:p>
                  </a:txBody>
                  <a:tcPr marL="6314" marR="6314" marT="6314" marB="0" anchor="b"/>
                </a:tc>
                <a:tc>
                  <a:txBody>
                    <a:bodyPr/>
                    <a:lstStyle/>
                    <a:p>
                      <a:pPr lvl="0" algn="l" fontAlgn="b"/>
                      <a:r>
                        <a:rPr lang="en-US" sz="3200" b="1" i="0" u="none" strike="noStrike" spc="0" dirty="0">
                          <a:solidFill>
                            <a:srgbClr val="002060"/>
                          </a:solidFill>
                          <a:effectLst/>
                          <a:latin typeface="Californian FB" panose="0207040306080B030204" pitchFamily="18" charset="0"/>
                        </a:rPr>
                        <a:t> What type of disease does a patient have?</a:t>
                      </a:r>
                    </a:p>
                  </a:txBody>
                  <a:tcPr marL="6314" marR="6314" marT="6314" marB="0" anchor="b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994181">
                <a:tc>
                  <a:txBody>
                    <a:bodyPr/>
                    <a:lstStyle/>
                    <a:p>
                      <a:pPr algn="l" fontAlgn="b"/>
                      <a:r>
                        <a:rPr lang="en-US" sz="4100" i="0" u="none" strike="noStrike" dirty="0">
                          <a:effectLst/>
                          <a:latin typeface="Agency FB" panose="020B0503020202020204" pitchFamily="34" charset="0"/>
                        </a:rPr>
                        <a:t>Entertainment</a:t>
                      </a:r>
                      <a:endParaRPr lang="en-US" sz="4100" b="0" i="0" u="none" strike="noStrike" dirty="0">
                        <a:solidFill>
                          <a:srgbClr val="000000"/>
                        </a:solidFill>
                        <a:effectLst/>
                        <a:latin typeface="Agency FB" panose="020B0503020202020204" pitchFamily="34" charset="0"/>
                      </a:endParaRPr>
                    </a:p>
                  </a:txBody>
                  <a:tcPr marL="6314" marR="6314" marT="6314" marB="0" anchor="b"/>
                </a:tc>
                <a:tc>
                  <a:txBody>
                    <a:bodyPr/>
                    <a:lstStyle/>
                    <a:p>
                      <a:pPr lvl="0" algn="l" fontAlgn="b"/>
                      <a:r>
                        <a:rPr lang="en-US" sz="3200" b="1" i="0" u="none" strike="noStrike" spc="0" dirty="0">
                          <a:solidFill>
                            <a:srgbClr val="002060"/>
                          </a:solidFill>
                          <a:effectLst/>
                          <a:latin typeface="Californian FB" panose="0207040306080B030204" pitchFamily="18" charset="0"/>
                        </a:rPr>
                        <a:t> What is the genre of music?</a:t>
                      </a:r>
                    </a:p>
                  </a:txBody>
                  <a:tcPr marL="6314" marR="6314" marT="6314" marB="0" anchor="b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8822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8108" y="1808922"/>
            <a:ext cx="691763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Retail Market</a:t>
            </a:r>
          </a:p>
          <a:p>
            <a:r>
              <a:rPr lang="en-US" sz="3600" b="1" dirty="0" err="1"/>
              <a:t>Eg</a:t>
            </a:r>
            <a:r>
              <a:rPr lang="en-US" sz="3600" b="1" dirty="0"/>
              <a:t>: Churn Problem</a:t>
            </a:r>
          </a:p>
          <a:p>
            <a:endParaRPr lang="en-US" sz="3600" b="1" dirty="0"/>
          </a:p>
        </p:txBody>
      </p:sp>
      <p:sp>
        <p:nvSpPr>
          <p:cNvPr id="5" name="AutoShape 2" descr="Image result for airtel"/>
          <p:cNvSpPr>
            <a:spLocks noChangeAspect="1" noChangeArrowheads="1"/>
          </p:cNvSpPr>
          <p:nvPr/>
        </p:nvSpPr>
        <p:spPr bwMode="auto">
          <a:xfrm>
            <a:off x="233363" y="-216694"/>
            <a:ext cx="457200" cy="457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37160" tIns="68580" rIns="137160" bIns="68580" numCol="1" anchor="t" anchorCtr="0" compatLnSpc="1">
            <a:prstTxWarp prst="textNoShape">
              <a:avLst/>
            </a:prstTxWarp>
          </a:bodyPr>
          <a:lstStyle/>
          <a:p>
            <a:endParaRPr lang="en-US" sz="270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363" y="4637525"/>
            <a:ext cx="3357563" cy="305752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7018" y="5309036"/>
            <a:ext cx="4300538" cy="2386013"/>
          </a:xfrm>
          <a:prstGeom prst="rect">
            <a:avLst/>
          </a:prstGeom>
        </p:spPr>
      </p:pic>
      <p:sp>
        <p:nvSpPr>
          <p:cNvPr id="9" name="Right Arrow 8"/>
          <p:cNvSpPr/>
          <p:nvPr/>
        </p:nvSpPr>
        <p:spPr>
          <a:xfrm>
            <a:off x="4248719" y="5917647"/>
            <a:ext cx="1808921" cy="116879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sp>
        <p:nvSpPr>
          <p:cNvPr id="14" name="TextBox 13"/>
          <p:cNvSpPr txBox="1"/>
          <p:nvPr/>
        </p:nvSpPr>
        <p:spPr>
          <a:xfrm>
            <a:off x="10757555" y="3119300"/>
            <a:ext cx="6579704" cy="30008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en-US" sz="2700" b="1" dirty="0"/>
              <a:t>Which Kind of people are moving from </a:t>
            </a:r>
            <a:r>
              <a:rPr lang="en-US" sz="2700" b="1" dirty="0" err="1"/>
              <a:t>airtel</a:t>
            </a:r>
            <a:r>
              <a:rPr lang="en-US" sz="2700" b="1" dirty="0"/>
              <a:t> to </a:t>
            </a:r>
            <a:r>
              <a:rPr lang="en-US" sz="2700" b="1" dirty="0" err="1"/>
              <a:t>jio</a:t>
            </a:r>
            <a:endParaRPr lang="en-US" sz="2700" b="1" dirty="0"/>
          </a:p>
          <a:p>
            <a:endParaRPr lang="en-US" sz="2700" b="1" dirty="0"/>
          </a:p>
          <a:p>
            <a:r>
              <a:rPr lang="en-US" sz="2700" b="1" dirty="0"/>
              <a:t>2. Why ?</a:t>
            </a:r>
          </a:p>
          <a:p>
            <a:endParaRPr lang="en-US" sz="2700" b="1" dirty="0"/>
          </a:p>
          <a:p>
            <a:r>
              <a:rPr lang="en-US" sz="2700" b="1" dirty="0"/>
              <a:t>3. What are the preventive measure to be taken to retail their customers</a:t>
            </a:r>
          </a:p>
        </p:txBody>
      </p:sp>
    </p:spTree>
    <p:extLst>
      <p:ext uri="{BB962C8B-B14F-4D97-AF65-F5344CB8AC3E}">
        <p14:creationId xmlns:p14="http://schemas.microsoft.com/office/powerpoint/2010/main" val="245402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9879" y="-51732"/>
            <a:ext cx="15773400" cy="1988345"/>
          </a:xfrm>
        </p:spPr>
        <p:txBody>
          <a:bodyPr>
            <a:normAutofit/>
          </a:bodyPr>
          <a:lstStyle/>
          <a:p>
            <a:r>
              <a:rPr lang="en-US" dirty="0"/>
              <a:t>Classification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934280" y="1912423"/>
            <a:ext cx="12722088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/>
              <a:t>Medical Filed</a:t>
            </a:r>
          </a:p>
          <a:p>
            <a:r>
              <a:rPr lang="en-US" sz="3600" b="1" dirty="0"/>
              <a:t>Cancer Detection </a:t>
            </a:r>
          </a:p>
          <a:p>
            <a:endParaRPr lang="en-US" sz="3600" b="1" dirty="0"/>
          </a:p>
          <a:p>
            <a:endParaRPr lang="en-US" sz="3600" b="1" dirty="0"/>
          </a:p>
          <a:p>
            <a:endParaRPr lang="en-US" sz="3600" b="1" dirty="0"/>
          </a:p>
          <a:p>
            <a:endParaRPr lang="en-US" sz="3600" b="1" dirty="0"/>
          </a:p>
          <a:p>
            <a:endParaRPr lang="en-US" sz="3600" b="1" dirty="0"/>
          </a:p>
          <a:p>
            <a:r>
              <a:rPr lang="en-US" sz="3600" b="1" dirty="0"/>
              <a:t>Text Classification</a:t>
            </a:r>
          </a:p>
          <a:p>
            <a:r>
              <a:rPr lang="en-US" sz="3600" b="1" dirty="0" err="1"/>
              <a:t>Eg</a:t>
            </a:r>
            <a:r>
              <a:rPr lang="en-US" sz="3600" b="1" dirty="0"/>
              <a:t>. Gmail Spam detection</a:t>
            </a:r>
          </a:p>
          <a:p>
            <a:endParaRPr lang="en-US" sz="3600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1654" y="4195993"/>
            <a:ext cx="2414925" cy="577295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489636" y="1960804"/>
            <a:ext cx="39008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Face Recognition</a:t>
            </a:r>
          </a:p>
        </p:txBody>
      </p:sp>
      <p:pic>
        <p:nvPicPr>
          <p:cNvPr id="4098" name="Picture 2" descr="Image result for face recognition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47325" y="2856312"/>
            <a:ext cx="6803543" cy="31400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12245009" y="7891670"/>
            <a:ext cx="31756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Many more …</a:t>
            </a:r>
          </a:p>
        </p:txBody>
      </p:sp>
    </p:spTree>
    <p:extLst>
      <p:ext uri="{BB962C8B-B14F-4D97-AF65-F5344CB8AC3E}">
        <p14:creationId xmlns:p14="http://schemas.microsoft.com/office/powerpoint/2010/main" val="3905858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37460" y="502564"/>
            <a:ext cx="15291486" cy="1464276"/>
          </a:xfrm>
        </p:spPr>
        <p:txBody>
          <a:bodyPr/>
          <a:lstStyle/>
          <a:p>
            <a:r>
              <a:rPr lang="en-US" dirty="0"/>
              <a:t>Where it is used</a:t>
            </a:r>
          </a:p>
        </p:txBody>
      </p:sp>
      <p:sp>
        <p:nvSpPr>
          <p:cNvPr id="4" name="Rectangle 3"/>
          <p:cNvSpPr/>
          <p:nvPr/>
        </p:nvSpPr>
        <p:spPr>
          <a:xfrm>
            <a:off x="1256414" y="4168426"/>
            <a:ext cx="3134673" cy="12007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</a:rPr>
              <a:t>Insights</a:t>
            </a:r>
          </a:p>
        </p:txBody>
      </p:sp>
      <p:cxnSp>
        <p:nvCxnSpPr>
          <p:cNvPr id="7" name="Straight Arrow Connector 6"/>
          <p:cNvCxnSpPr>
            <a:endCxn id="18" idx="1"/>
          </p:cNvCxnSpPr>
          <p:nvPr/>
        </p:nvCxnSpPr>
        <p:spPr>
          <a:xfrm>
            <a:off x="4391087" y="4768796"/>
            <a:ext cx="9516449" cy="25706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13907535" y="4194131"/>
            <a:ext cx="3134673" cy="12007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</a:rPr>
              <a:t>Prediction or Decisions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833779" y="3846862"/>
            <a:ext cx="815009" cy="53653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sp>
        <p:nvSpPr>
          <p:cNvPr id="19" name="Rectangle 18"/>
          <p:cNvSpPr/>
          <p:nvPr/>
        </p:nvSpPr>
        <p:spPr>
          <a:xfrm>
            <a:off x="5703673" y="3498045"/>
            <a:ext cx="3147524" cy="10022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</a:rPr>
              <a:t>Machine Learning</a:t>
            </a:r>
          </a:p>
        </p:txBody>
      </p:sp>
      <p:cxnSp>
        <p:nvCxnSpPr>
          <p:cNvPr id="13" name="Straight Connector 12"/>
          <p:cNvCxnSpPr/>
          <p:nvPr/>
        </p:nvCxnSpPr>
        <p:spPr>
          <a:xfrm>
            <a:off x="5697428" y="3795529"/>
            <a:ext cx="18735" cy="395609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V="1">
            <a:off x="5703672" y="5917592"/>
            <a:ext cx="914400" cy="2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630563" y="5659831"/>
            <a:ext cx="4355936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700" dirty="0"/>
              <a:t>Regression and Time Series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43214" y="6482369"/>
            <a:ext cx="2185214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700" dirty="0"/>
              <a:t>Classification</a:t>
            </a:r>
          </a:p>
        </p:txBody>
      </p:sp>
      <p:cxnSp>
        <p:nvCxnSpPr>
          <p:cNvPr id="31" name="Straight Arrow Connector 30"/>
          <p:cNvCxnSpPr/>
          <p:nvPr/>
        </p:nvCxnSpPr>
        <p:spPr>
          <a:xfrm flipV="1">
            <a:off x="5716163" y="6797186"/>
            <a:ext cx="914400" cy="2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724480" y="7439114"/>
            <a:ext cx="3317447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700" dirty="0"/>
              <a:t>Clustering and Rules</a:t>
            </a:r>
          </a:p>
        </p:txBody>
      </p:sp>
      <p:cxnSp>
        <p:nvCxnSpPr>
          <p:cNvPr id="16" name="Straight Arrow Connector 15"/>
          <p:cNvCxnSpPr/>
          <p:nvPr/>
        </p:nvCxnSpPr>
        <p:spPr>
          <a:xfrm flipV="1">
            <a:off x="5697428" y="7753931"/>
            <a:ext cx="914400" cy="2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193692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3866E-C0FB-AE61-AD82-78AA003DC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7030A0"/>
                </a:solidFill>
              </a:rPr>
              <a:t>Clustering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80AFB86-98C0-EC4D-AFF9-06A7FD95B928}"/>
              </a:ext>
            </a:extLst>
          </p:cNvPr>
          <p:cNvGrpSpPr/>
          <p:nvPr/>
        </p:nvGrpSpPr>
        <p:grpSpPr>
          <a:xfrm>
            <a:off x="1676400" y="1709531"/>
            <a:ext cx="14935200" cy="7347522"/>
            <a:chOff x="1676400" y="1905000"/>
            <a:chExt cx="14935200" cy="7347522"/>
          </a:xfrm>
        </p:grpSpPr>
        <p:pic>
          <p:nvPicPr>
            <p:cNvPr id="5122" name="Picture 2" descr="MoEngage’s RFM Segments Based on RFM Analysis">
              <a:extLst>
                <a:ext uri="{FF2B5EF4-FFF2-40B4-BE49-F238E27FC236}">
                  <a16:creationId xmlns:a16="http://schemas.microsoft.com/office/drawing/2014/main" id="{C1450CD3-8C5A-BA55-FBE9-ACC93CB3F96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76400" y="1905000"/>
              <a:ext cx="14039850" cy="73475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DC22777-B049-F150-0102-AD3F99DDA16C}"/>
                </a:ext>
              </a:extLst>
            </p:cNvPr>
            <p:cNvSpPr/>
            <p:nvPr/>
          </p:nvSpPr>
          <p:spPr>
            <a:xfrm>
              <a:off x="12420600" y="1905000"/>
              <a:ext cx="4191000" cy="116184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127798001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1963" y="576524"/>
            <a:ext cx="16797131" cy="1464276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Rules</a:t>
            </a:r>
            <a:r>
              <a:rPr lang="en-US" b="1" dirty="0"/>
              <a:t> </a:t>
            </a:r>
            <a:r>
              <a:rPr lang="en-US" dirty="0"/>
              <a:t>– Recommendation system</a:t>
            </a:r>
          </a:p>
        </p:txBody>
      </p:sp>
      <p:sp>
        <p:nvSpPr>
          <p:cNvPr id="4" name="AutoShape 2" descr="Image result for youtube"/>
          <p:cNvSpPr>
            <a:spLocks noChangeAspect="1" noChangeArrowheads="1"/>
          </p:cNvSpPr>
          <p:nvPr/>
        </p:nvSpPr>
        <p:spPr bwMode="auto">
          <a:xfrm>
            <a:off x="233363" y="-216694"/>
            <a:ext cx="457200" cy="457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37160" tIns="68580" rIns="137160" bIns="68580" numCol="1" anchor="t" anchorCtr="0" compatLnSpc="1">
            <a:prstTxWarp prst="textNoShape">
              <a:avLst/>
            </a:prstTxWarp>
          </a:bodyPr>
          <a:lstStyle/>
          <a:p>
            <a:endParaRPr lang="en-US" sz="2700"/>
          </a:p>
        </p:txBody>
      </p:sp>
      <p:sp>
        <p:nvSpPr>
          <p:cNvPr id="6" name="AutoShape 4" descr="Image result for amazon"/>
          <p:cNvSpPr>
            <a:spLocks noChangeAspect="1" noChangeArrowheads="1"/>
          </p:cNvSpPr>
          <p:nvPr/>
        </p:nvSpPr>
        <p:spPr bwMode="auto">
          <a:xfrm>
            <a:off x="461963" y="11906"/>
            <a:ext cx="457200" cy="457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37160" tIns="68580" rIns="137160" bIns="68580" numCol="1" anchor="t" anchorCtr="0" compatLnSpc="1">
            <a:prstTxWarp prst="textNoShape">
              <a:avLst/>
            </a:prstTxWarp>
          </a:bodyPr>
          <a:lstStyle/>
          <a:p>
            <a:endParaRPr lang="en-US" sz="2700"/>
          </a:p>
        </p:txBody>
      </p:sp>
      <p:sp>
        <p:nvSpPr>
          <p:cNvPr id="8" name="TextBox 7"/>
          <p:cNvSpPr txBox="1"/>
          <p:nvPr/>
        </p:nvSpPr>
        <p:spPr>
          <a:xfrm>
            <a:off x="3652608" y="2229733"/>
            <a:ext cx="14035894" cy="24881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600" b="1" dirty="0"/>
              <a:t>If you purchase on product you will purchase one more product</a:t>
            </a:r>
          </a:p>
          <a:p>
            <a:pPr>
              <a:lnSpc>
                <a:spcPct val="150000"/>
              </a:lnSpc>
            </a:pPr>
            <a:endParaRPr lang="en-US" sz="3600" b="1" dirty="0"/>
          </a:p>
          <a:p>
            <a:pPr>
              <a:lnSpc>
                <a:spcPct val="150000"/>
              </a:lnSpc>
            </a:pPr>
            <a:r>
              <a:rPr lang="en-US" sz="3600" b="1" dirty="0"/>
              <a:t>If you watch one movie you will watch one more movie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1282" y="6991309"/>
            <a:ext cx="6785436" cy="150889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9CE56DC-F843-87F3-B924-855C2A8F5A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563" y="5569086"/>
            <a:ext cx="4353339" cy="4353339"/>
          </a:xfrm>
          <a:prstGeom prst="rect">
            <a:avLst/>
          </a:prstGeom>
        </p:spPr>
      </p:pic>
      <p:pic>
        <p:nvPicPr>
          <p:cNvPr id="6146" name="Picture 2">
            <a:extLst>
              <a:ext uri="{FF2B5EF4-FFF2-40B4-BE49-F238E27FC236}">
                <a16:creationId xmlns:a16="http://schemas.microsoft.com/office/drawing/2014/main" id="{A2F804AF-0E59-3DEE-51F1-303554E066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53650" y="7130776"/>
            <a:ext cx="4495800" cy="1369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6225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256414" y="4168426"/>
            <a:ext cx="3134673" cy="12007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</a:rPr>
              <a:t>Insights</a:t>
            </a:r>
          </a:p>
        </p:txBody>
      </p:sp>
      <p:cxnSp>
        <p:nvCxnSpPr>
          <p:cNvPr id="7" name="Straight Arrow Connector 6"/>
          <p:cNvCxnSpPr>
            <a:endCxn id="18" idx="1"/>
          </p:cNvCxnSpPr>
          <p:nvPr/>
        </p:nvCxnSpPr>
        <p:spPr>
          <a:xfrm>
            <a:off x="4391087" y="4768796"/>
            <a:ext cx="9516449" cy="25706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13907535" y="4194131"/>
            <a:ext cx="3134673" cy="12007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</a:rPr>
              <a:t>Prediction or Decisions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833779" y="3846862"/>
            <a:ext cx="815009" cy="53653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sp>
        <p:nvSpPr>
          <p:cNvPr id="19" name="Rectangle 18"/>
          <p:cNvSpPr/>
          <p:nvPr/>
        </p:nvSpPr>
        <p:spPr>
          <a:xfrm>
            <a:off x="5703673" y="3498045"/>
            <a:ext cx="3147524" cy="10022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</a:rPr>
              <a:t>Machine Learning</a:t>
            </a:r>
          </a:p>
        </p:txBody>
      </p:sp>
      <p:cxnSp>
        <p:nvCxnSpPr>
          <p:cNvPr id="13" name="Straight Connector 12"/>
          <p:cNvCxnSpPr/>
          <p:nvPr/>
        </p:nvCxnSpPr>
        <p:spPr>
          <a:xfrm>
            <a:off x="5697428" y="3795529"/>
            <a:ext cx="18735" cy="3919088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V="1">
            <a:off x="5703672" y="5917592"/>
            <a:ext cx="914400" cy="2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630563" y="5659830"/>
            <a:ext cx="251568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700" dirty="0"/>
              <a:t>Regression and</a:t>
            </a:r>
          </a:p>
          <a:p>
            <a:r>
              <a:rPr lang="en-US" sz="2700" dirty="0"/>
              <a:t> Time Series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43214" y="6482369"/>
            <a:ext cx="2185214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700" dirty="0"/>
              <a:t>Classification</a:t>
            </a:r>
          </a:p>
        </p:txBody>
      </p:sp>
      <p:cxnSp>
        <p:nvCxnSpPr>
          <p:cNvPr id="31" name="Straight Arrow Connector 30"/>
          <p:cNvCxnSpPr/>
          <p:nvPr/>
        </p:nvCxnSpPr>
        <p:spPr>
          <a:xfrm flipV="1">
            <a:off x="5716163" y="6797186"/>
            <a:ext cx="914400" cy="2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 flipV="1">
            <a:off x="5716163" y="7714616"/>
            <a:ext cx="914400" cy="2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769852" y="7437617"/>
            <a:ext cx="3317447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700" dirty="0"/>
              <a:t>Clustering and Rules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9447427" y="3846862"/>
            <a:ext cx="815009" cy="53653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sp>
        <p:nvSpPr>
          <p:cNvPr id="36" name="Rectangle 35"/>
          <p:cNvSpPr/>
          <p:nvPr/>
        </p:nvSpPr>
        <p:spPr>
          <a:xfrm>
            <a:off x="10317320" y="3498045"/>
            <a:ext cx="3147524" cy="10022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</a:rPr>
              <a:t>Deep Learning</a:t>
            </a:r>
          </a:p>
        </p:txBody>
      </p:sp>
      <p:cxnSp>
        <p:nvCxnSpPr>
          <p:cNvPr id="37" name="Straight Connector 36"/>
          <p:cNvCxnSpPr/>
          <p:nvPr/>
        </p:nvCxnSpPr>
        <p:spPr>
          <a:xfrm>
            <a:off x="10311075" y="3795529"/>
            <a:ext cx="18735" cy="3919088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 flipV="1">
            <a:off x="10317320" y="5917592"/>
            <a:ext cx="914400" cy="2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11244210" y="5659831"/>
            <a:ext cx="2602572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700" dirty="0"/>
              <a:t>Neural Network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96866" y="6482369"/>
            <a:ext cx="4830297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700" dirty="0"/>
              <a:t>Convolutional Neural Network</a:t>
            </a:r>
          </a:p>
        </p:txBody>
      </p:sp>
      <p:cxnSp>
        <p:nvCxnSpPr>
          <p:cNvPr id="41" name="Straight Arrow Connector 40"/>
          <p:cNvCxnSpPr/>
          <p:nvPr/>
        </p:nvCxnSpPr>
        <p:spPr>
          <a:xfrm flipV="1">
            <a:off x="10329810" y="6797186"/>
            <a:ext cx="914400" cy="2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 flipV="1">
            <a:off x="10329810" y="7714616"/>
            <a:ext cx="914400" cy="2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11225476" y="7442519"/>
            <a:ext cx="4160947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700" dirty="0"/>
              <a:t>Recurrent Neural Network</a:t>
            </a:r>
          </a:p>
        </p:txBody>
      </p:sp>
      <p:pic>
        <p:nvPicPr>
          <p:cNvPr id="9" name="Picture 8" descr="A close up of a sign&#10;&#10;Description generated with high confidence">
            <a:extLst>
              <a:ext uri="{FF2B5EF4-FFF2-40B4-BE49-F238E27FC236}">
                <a16:creationId xmlns:a16="http://schemas.microsoft.com/office/drawing/2014/main" id="{6C825F14-BC6C-431B-9DC0-61534DDA0B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7978" y="491271"/>
            <a:ext cx="5255052" cy="247485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2" name="Picture 11" descr="A picture containing text, water&#10;&#10;Description generated with high confidence">
            <a:extLst>
              <a:ext uri="{FF2B5EF4-FFF2-40B4-BE49-F238E27FC236}">
                <a16:creationId xmlns:a16="http://schemas.microsoft.com/office/drawing/2014/main" id="{D4BAE260-B535-418E-8A26-359FDB17117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784" t="2831" r="3104" b="14531"/>
          <a:stretch/>
        </p:blipFill>
        <p:spPr>
          <a:xfrm>
            <a:off x="11799281" y="512384"/>
            <a:ext cx="3077307" cy="2547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417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36" grpId="0" animBg="1"/>
      <p:bldP spid="39" grpId="0"/>
      <p:bldP spid="40" grpId="0"/>
      <p:bldP spid="43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DATA... DATA...EVERYWHERE... - Buzz and Woody (Toy Story) Meme Meme  Generator">
            <a:extLst>
              <a:ext uri="{FF2B5EF4-FFF2-40B4-BE49-F238E27FC236}">
                <a16:creationId xmlns:a16="http://schemas.microsoft.com/office/drawing/2014/main" id="{F7DC27E5-A060-8CD0-F78C-A5741342D4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2260" y="1857376"/>
            <a:ext cx="11290180" cy="6153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709942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Prediction of growth global data traffic in year 2020 to 2030. | Download  Scientific Diagram">
            <a:extLst>
              <a:ext uri="{FF2B5EF4-FFF2-40B4-BE49-F238E27FC236}">
                <a16:creationId xmlns:a16="http://schemas.microsoft.com/office/drawing/2014/main" id="{F429E112-560C-A00A-B567-9AE928C24D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2674" y="1695450"/>
            <a:ext cx="12113355" cy="7439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9209105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Image result for office employees">
            <a:extLst>
              <a:ext uri="{FF2B5EF4-FFF2-40B4-BE49-F238E27FC236}">
                <a16:creationId xmlns:a16="http://schemas.microsoft.com/office/drawing/2014/main" id="{6803CA42-58C3-4320-823E-7D330671A51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0322" b="3687"/>
          <a:stretch/>
        </p:blipFill>
        <p:spPr bwMode="auto">
          <a:xfrm>
            <a:off x="7852800" y="14506"/>
            <a:ext cx="10435200" cy="99077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B1985A9-6DD2-4540-96BF-59F72CDE7D9B}"/>
              </a:ext>
            </a:extLst>
          </p:cNvPr>
          <p:cNvSpPr/>
          <p:nvPr/>
        </p:nvSpPr>
        <p:spPr>
          <a:xfrm>
            <a:off x="7852800" y="14505"/>
            <a:ext cx="10435200" cy="9872445"/>
          </a:xfrm>
          <a:prstGeom prst="rect">
            <a:avLst/>
          </a:prstGeom>
          <a:solidFill>
            <a:schemeClr val="dk1">
              <a:alpha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20CA73D-BC43-432A-91A7-5A2AA5A9E4AF}"/>
              </a:ext>
            </a:extLst>
          </p:cNvPr>
          <p:cNvSpPr/>
          <p:nvPr/>
        </p:nvSpPr>
        <p:spPr>
          <a:xfrm>
            <a:off x="13540049" y="3288114"/>
            <a:ext cx="1961102" cy="2179146"/>
          </a:xfrm>
          <a:prstGeom prst="rect">
            <a:avLst/>
          </a:prstGeom>
          <a:noFill/>
          <a:ln w="28575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700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FA3C693F-D400-4B21-A501-595620AFF54E}"/>
              </a:ext>
            </a:extLst>
          </p:cNvPr>
          <p:cNvSpPr/>
          <p:nvPr/>
        </p:nvSpPr>
        <p:spPr>
          <a:xfrm>
            <a:off x="15133943" y="14506"/>
            <a:ext cx="1245477" cy="1204685"/>
          </a:xfrm>
          <a:prstGeom prst="rect">
            <a:avLst/>
          </a:prstGeom>
          <a:noFill/>
          <a:ln w="28575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700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E22E7B51-44DC-4633-9E8D-A8FAAD4E6FA2}"/>
              </a:ext>
            </a:extLst>
          </p:cNvPr>
          <p:cNvSpPr/>
          <p:nvPr/>
        </p:nvSpPr>
        <p:spPr>
          <a:xfrm>
            <a:off x="10897247" y="956247"/>
            <a:ext cx="1245477" cy="1467630"/>
          </a:xfrm>
          <a:prstGeom prst="rect">
            <a:avLst/>
          </a:prstGeom>
          <a:noFill/>
          <a:ln w="28575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70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755F551-9ADC-4161-9BAD-F888A30829E5}"/>
              </a:ext>
            </a:extLst>
          </p:cNvPr>
          <p:cNvSpPr/>
          <p:nvPr/>
        </p:nvSpPr>
        <p:spPr>
          <a:xfrm>
            <a:off x="15501152" y="3288115"/>
            <a:ext cx="2193078" cy="1204685"/>
          </a:xfrm>
          <a:prstGeom prst="rect">
            <a:avLst/>
          </a:prstGeom>
          <a:solidFill>
            <a:srgbClr val="92D050">
              <a:alpha val="40000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/>
                </a:solidFill>
              </a:rPr>
              <a:t>Emp: 134419</a:t>
            </a:r>
          </a:p>
          <a:p>
            <a:r>
              <a:rPr lang="en-US" dirty="0">
                <a:solidFill>
                  <a:schemeClr val="bg1"/>
                </a:solidFill>
              </a:rPr>
              <a:t>Time: 12:53,687</a:t>
            </a:r>
          </a:p>
          <a:p>
            <a:r>
              <a:rPr lang="en-US" dirty="0">
                <a:solidFill>
                  <a:schemeClr val="bg1"/>
                </a:solidFill>
              </a:rPr>
              <a:t>Gender: Female</a:t>
            </a:r>
          </a:p>
          <a:p>
            <a:r>
              <a:rPr lang="en-US" dirty="0">
                <a:solidFill>
                  <a:schemeClr val="bg1"/>
                </a:solidFill>
              </a:rPr>
              <a:t>Emotion: happy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A0C85E-5465-40DC-AC46-FD264157BE69}"/>
              </a:ext>
            </a:extLst>
          </p:cNvPr>
          <p:cNvSpPr/>
          <p:nvPr/>
        </p:nvSpPr>
        <p:spPr>
          <a:xfrm>
            <a:off x="16379416" y="428683"/>
            <a:ext cx="2344961" cy="1204685"/>
          </a:xfrm>
          <a:prstGeom prst="rect">
            <a:avLst/>
          </a:prstGeom>
          <a:solidFill>
            <a:srgbClr val="92D050">
              <a:alpha val="40000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/>
                </a:solidFill>
              </a:rPr>
              <a:t>Emp: 112885</a:t>
            </a:r>
          </a:p>
          <a:p>
            <a:r>
              <a:rPr lang="en-US" dirty="0">
                <a:solidFill>
                  <a:schemeClr val="bg1"/>
                </a:solidFill>
              </a:rPr>
              <a:t>Time: 12:53,687</a:t>
            </a:r>
          </a:p>
          <a:p>
            <a:r>
              <a:rPr lang="en-US" dirty="0">
                <a:solidFill>
                  <a:schemeClr val="bg1"/>
                </a:solidFill>
              </a:rPr>
              <a:t>Gender: Male</a:t>
            </a:r>
          </a:p>
          <a:p>
            <a:r>
              <a:rPr lang="en-US" dirty="0">
                <a:solidFill>
                  <a:schemeClr val="bg1"/>
                </a:solidFill>
              </a:rPr>
              <a:t>Emotion: Inquisit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152B457-07BE-4C4C-BBEB-6AC98AFBFDA1}"/>
              </a:ext>
            </a:extLst>
          </p:cNvPr>
          <p:cNvSpPr/>
          <p:nvPr/>
        </p:nvSpPr>
        <p:spPr>
          <a:xfrm>
            <a:off x="12142724" y="884801"/>
            <a:ext cx="1961102" cy="1204685"/>
          </a:xfrm>
          <a:prstGeom prst="rect">
            <a:avLst/>
          </a:prstGeom>
          <a:solidFill>
            <a:srgbClr val="92D050">
              <a:alpha val="40000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/>
                </a:solidFill>
              </a:rPr>
              <a:t>Emp: 154665</a:t>
            </a:r>
          </a:p>
          <a:p>
            <a:r>
              <a:rPr lang="en-US" dirty="0">
                <a:solidFill>
                  <a:schemeClr val="bg1"/>
                </a:solidFill>
              </a:rPr>
              <a:t>Time: 12:53,687</a:t>
            </a:r>
          </a:p>
          <a:p>
            <a:r>
              <a:rPr lang="en-US" dirty="0">
                <a:solidFill>
                  <a:schemeClr val="bg1"/>
                </a:solidFill>
              </a:rPr>
              <a:t>Gender: Female</a:t>
            </a:r>
          </a:p>
          <a:p>
            <a:r>
              <a:rPr lang="en-US" dirty="0">
                <a:solidFill>
                  <a:schemeClr val="bg1"/>
                </a:solidFill>
              </a:rPr>
              <a:t>Emotion: happy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560439-D5E5-4957-AF3D-DCBB8CD25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101945"/>
            <a:ext cx="7939593" cy="3100820"/>
          </a:xfrm>
        </p:spPr>
        <p:txBody>
          <a:bodyPr>
            <a:noAutofit/>
          </a:bodyPr>
          <a:lstStyle/>
          <a:p>
            <a:pPr algn="ctr"/>
            <a:r>
              <a:rPr lang="en-US" sz="7200" b="1" dirty="0"/>
              <a:t>Face Recognition</a:t>
            </a:r>
            <a:endParaRPr lang="en-IN" sz="3000" b="1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46614F6-44EE-4CFF-9EE0-027F2CE9EC15}"/>
              </a:ext>
            </a:extLst>
          </p:cNvPr>
          <p:cNvSpPr txBox="1"/>
          <p:nvPr/>
        </p:nvSpPr>
        <p:spPr>
          <a:xfrm>
            <a:off x="824291" y="3101945"/>
            <a:ext cx="69035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endParaRPr lang="en-IN" sz="2400" dirty="0"/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376278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2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1" presetClass="entr" presetSubtype="1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" dur="2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6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7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3" grpId="0" animBg="1"/>
      <p:bldP spid="64" grpId="0" animBg="1"/>
      <p:bldP spid="3" grpId="0" animBg="1"/>
      <p:bldP spid="15" grpId="0" animBg="1"/>
      <p:bldP spid="16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How computer see person ?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3098" y="2536032"/>
            <a:ext cx="8158758" cy="6527007"/>
          </a:xfrm>
        </p:spPr>
      </p:pic>
    </p:spTree>
    <p:extLst>
      <p:ext uri="{BB962C8B-B14F-4D97-AF65-F5344CB8AC3E}">
        <p14:creationId xmlns:p14="http://schemas.microsoft.com/office/powerpoint/2010/main" val="12212778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7FF5306E-C507-7223-5058-53B7CECF6B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266700"/>
            <a:ext cx="14630400" cy="975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F19C8B-A034-B2EB-920A-359ABF0A7B7A}"/>
              </a:ext>
            </a:extLst>
          </p:cNvPr>
          <p:cNvSpPr txBox="1">
            <a:spLocks/>
          </p:cNvSpPr>
          <p:nvPr/>
        </p:nvSpPr>
        <p:spPr>
          <a:xfrm>
            <a:off x="5466443" y="736375"/>
            <a:ext cx="15773400" cy="1161842"/>
          </a:xfrm>
          <a:prstGeom prst="rect">
            <a:avLst/>
          </a:prstGeom>
        </p:spPr>
        <p:txBody>
          <a:bodyPr/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Guess this person ?</a:t>
            </a:r>
          </a:p>
        </p:txBody>
      </p:sp>
    </p:spTree>
    <p:extLst>
      <p:ext uri="{BB962C8B-B14F-4D97-AF65-F5344CB8AC3E}">
        <p14:creationId xmlns:p14="http://schemas.microsoft.com/office/powerpoint/2010/main" val="256649436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erson in a red shirt&#10;&#10;AI-generated content may be incorrect.">
            <a:extLst>
              <a:ext uri="{FF2B5EF4-FFF2-40B4-BE49-F238E27FC236}">
                <a16:creationId xmlns:a16="http://schemas.microsoft.com/office/drawing/2014/main" id="{D5F648FF-3496-602C-97B5-669B472F3A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8297" y="167327"/>
            <a:ext cx="14925812" cy="9952345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DCAEDF4F-EF4B-ED48-3116-997C6314366D}"/>
              </a:ext>
            </a:extLst>
          </p:cNvPr>
          <p:cNvSpPr txBox="1">
            <a:spLocks/>
          </p:cNvSpPr>
          <p:nvPr/>
        </p:nvSpPr>
        <p:spPr>
          <a:xfrm>
            <a:off x="5466443" y="736375"/>
            <a:ext cx="15773400" cy="1161842"/>
          </a:xfrm>
          <a:prstGeom prst="rect">
            <a:avLst/>
          </a:prstGeom>
        </p:spPr>
        <p:txBody>
          <a:bodyPr/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Cristiano Ronaldo</a:t>
            </a:r>
          </a:p>
        </p:txBody>
      </p:sp>
    </p:spTree>
    <p:extLst>
      <p:ext uri="{BB962C8B-B14F-4D97-AF65-F5344CB8AC3E}">
        <p14:creationId xmlns:p14="http://schemas.microsoft.com/office/powerpoint/2010/main" val="258077577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073" y="352526"/>
            <a:ext cx="15773400" cy="1988345"/>
          </a:xfrm>
        </p:spPr>
        <p:txBody>
          <a:bodyPr>
            <a:normAutofit/>
          </a:bodyPr>
          <a:lstStyle/>
          <a:p>
            <a:pPr algn="ctr"/>
            <a:r>
              <a:rPr lang="en-US" sz="10800" b="1" spc="900" dirty="0">
                <a:solidFill>
                  <a:schemeClr val="accent1"/>
                </a:solidFill>
              </a:rPr>
              <a:t>I</a:t>
            </a:r>
            <a:r>
              <a:rPr lang="en-US" sz="10800" b="1" spc="900" dirty="0">
                <a:solidFill>
                  <a:srgbClr val="00B050"/>
                </a:solidFill>
              </a:rPr>
              <a:t>ma</a:t>
            </a:r>
            <a:r>
              <a:rPr lang="en-US" sz="10800" b="1" spc="900" dirty="0">
                <a:solidFill>
                  <a:srgbClr val="FF0000"/>
                </a:solidFill>
              </a:rPr>
              <a:t>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901" y="2639044"/>
            <a:ext cx="16931309" cy="6982034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4800" dirty="0"/>
              <a:t>An image is a picture that has been created by combination of </a:t>
            </a:r>
            <a:r>
              <a:rPr lang="en-US" sz="4800" b="1" i="1" dirty="0"/>
              <a:t>vectors </a:t>
            </a:r>
            <a:r>
              <a:rPr lang="en-US" sz="4800" dirty="0"/>
              <a:t>or</a:t>
            </a:r>
            <a:r>
              <a:rPr lang="en-US" sz="4800" b="1" i="1" dirty="0"/>
              <a:t> values</a:t>
            </a:r>
            <a:r>
              <a:rPr lang="en-US" sz="4800" dirty="0"/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4800" dirty="0"/>
              <a:t>An image can be described in terms of </a:t>
            </a:r>
            <a:r>
              <a:rPr lang="en-US" sz="4800" b="1" i="1" dirty="0"/>
              <a:t>vector graphics </a:t>
            </a:r>
            <a:r>
              <a:rPr lang="en-US" sz="4800" dirty="0"/>
              <a:t>or</a:t>
            </a:r>
            <a:r>
              <a:rPr lang="en-US" sz="4800" b="1" i="1" dirty="0"/>
              <a:t> raster graphics</a:t>
            </a:r>
            <a:r>
              <a:rPr lang="en-US" sz="4800" dirty="0"/>
              <a:t>. </a:t>
            </a:r>
          </a:p>
          <a:p>
            <a:pPr algn="just">
              <a:lnSpc>
                <a:spcPct val="150000"/>
              </a:lnSpc>
            </a:pPr>
            <a:r>
              <a:rPr lang="en-US" sz="4800" dirty="0"/>
              <a:t>An image stored in raster form is sometimes called a </a:t>
            </a:r>
            <a:r>
              <a:rPr lang="en-US" sz="4800" b="1" dirty="0"/>
              <a:t>bitmap.</a:t>
            </a:r>
          </a:p>
        </p:txBody>
      </p:sp>
    </p:spTree>
    <p:extLst>
      <p:ext uri="{BB962C8B-B14F-4D97-AF65-F5344CB8AC3E}">
        <p14:creationId xmlns:p14="http://schemas.microsoft.com/office/powerpoint/2010/main" val="159387369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Color Space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Color image is combination of three channel</a:t>
            </a:r>
          </a:p>
          <a:p>
            <a:pPr lvl="1"/>
            <a:r>
              <a:rPr lang="en-US" sz="4800" dirty="0">
                <a:solidFill>
                  <a:srgbClr val="FF0000"/>
                </a:solidFill>
              </a:rPr>
              <a:t>Red</a:t>
            </a:r>
            <a:r>
              <a:rPr lang="en-US" sz="4800" dirty="0"/>
              <a:t> </a:t>
            </a:r>
            <a:r>
              <a:rPr lang="en-US" sz="4800" dirty="0">
                <a:solidFill>
                  <a:srgbClr val="FF0000"/>
                </a:solidFill>
              </a:rPr>
              <a:t>Channel</a:t>
            </a:r>
          </a:p>
          <a:p>
            <a:pPr lvl="1"/>
            <a:r>
              <a:rPr lang="en-US" sz="4800" dirty="0">
                <a:solidFill>
                  <a:srgbClr val="00B050"/>
                </a:solidFill>
              </a:rPr>
              <a:t>Green</a:t>
            </a:r>
            <a:r>
              <a:rPr lang="en-US" sz="4800" dirty="0"/>
              <a:t> </a:t>
            </a:r>
            <a:r>
              <a:rPr lang="en-US" sz="4800" dirty="0">
                <a:solidFill>
                  <a:srgbClr val="00B050"/>
                </a:solidFill>
              </a:rPr>
              <a:t>Channel</a:t>
            </a:r>
          </a:p>
          <a:p>
            <a:pPr lvl="1"/>
            <a:r>
              <a:rPr lang="en-US" sz="4800" dirty="0">
                <a:solidFill>
                  <a:schemeClr val="accent1"/>
                </a:solidFill>
              </a:rPr>
              <a:t>Blue</a:t>
            </a:r>
            <a:r>
              <a:rPr lang="en-US" sz="4800" dirty="0"/>
              <a:t> </a:t>
            </a:r>
            <a:r>
              <a:rPr lang="en-US" sz="4800" dirty="0">
                <a:solidFill>
                  <a:schemeClr val="accent1"/>
                </a:solidFill>
              </a:rPr>
              <a:t>Channel</a:t>
            </a:r>
          </a:p>
          <a:p>
            <a:pPr marL="0" indent="0">
              <a:buNone/>
            </a:pP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358232088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Basics of Image Processing</a:t>
            </a:r>
          </a:p>
        </p:txBody>
      </p:sp>
      <p:pic>
        <p:nvPicPr>
          <p:cNvPr id="9" name="Content Placeholder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795" y="2433122"/>
            <a:ext cx="9228252" cy="6691946"/>
          </a:xfrm>
          <a:prstGeom prst="rect">
            <a:avLst/>
          </a:prstGeom>
        </p:spPr>
      </p:pic>
      <p:pic>
        <p:nvPicPr>
          <p:cNvPr id="11" name="Picture 2" descr="Related image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8651"/>
          <a:stretch/>
        </p:blipFill>
        <p:spPr bwMode="auto">
          <a:xfrm>
            <a:off x="11772695" y="3657401"/>
            <a:ext cx="5869263" cy="53006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3956396" y="9247228"/>
            <a:ext cx="2129109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700" dirty="0"/>
              <a:t>(343, 473 , 3)</a:t>
            </a:r>
          </a:p>
        </p:txBody>
      </p:sp>
    </p:spTree>
    <p:extLst>
      <p:ext uri="{BB962C8B-B14F-4D97-AF65-F5344CB8AC3E}">
        <p14:creationId xmlns:p14="http://schemas.microsoft.com/office/powerpoint/2010/main" val="245691149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83102" y="1959564"/>
            <a:ext cx="18204899" cy="6695730"/>
            <a:chOff x="38096" y="2035245"/>
            <a:chExt cx="12136599" cy="4463820"/>
          </a:xfrm>
        </p:grpSpPr>
        <p:pic>
          <p:nvPicPr>
            <p:cNvPr id="6" name="Content Placeholder 5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096" y="2548011"/>
              <a:ext cx="5020180" cy="3640426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348" t="29873" r="9021" b="30588"/>
            <a:stretch/>
          </p:blipFill>
          <p:spPr>
            <a:xfrm>
              <a:off x="5058276" y="2035245"/>
              <a:ext cx="7116419" cy="1838329"/>
            </a:xfrm>
            <a:prstGeom prst="rect">
              <a:avLst/>
            </a:prstGeom>
          </p:spPr>
        </p:pic>
        <p:pic>
          <p:nvPicPr>
            <p:cNvPr id="10" name="Picture 9"/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783" t="28652" r="8913" b="29976"/>
            <a:stretch/>
          </p:blipFill>
          <p:spPr>
            <a:xfrm>
              <a:off x="5058276" y="4567738"/>
              <a:ext cx="7116419" cy="1931327"/>
            </a:xfrm>
            <a:prstGeom prst="rect">
              <a:avLst/>
            </a:prstGeom>
          </p:spPr>
        </p:pic>
      </p:grpSp>
      <p:sp>
        <p:nvSpPr>
          <p:cNvPr id="14" name="TextBox 13"/>
          <p:cNvSpPr txBox="1"/>
          <p:nvPr/>
        </p:nvSpPr>
        <p:spPr>
          <a:xfrm>
            <a:off x="2365514" y="8404504"/>
            <a:ext cx="2129109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700" dirty="0"/>
              <a:t>(343, 473 , 3)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37104" y="4683683"/>
            <a:ext cx="1678665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700" dirty="0"/>
              <a:t>(343, 473)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1" y="4673003"/>
            <a:ext cx="1678665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700" dirty="0"/>
              <a:t>(343, 473)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833036" y="4683683"/>
            <a:ext cx="1678665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700" dirty="0"/>
              <a:t>(343, 473)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25313" y="8632600"/>
            <a:ext cx="1678665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700" dirty="0"/>
              <a:t>(343, 473)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32609" y="8621920"/>
            <a:ext cx="1678665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700" dirty="0"/>
              <a:t>(343, 473)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821245" y="8632600"/>
            <a:ext cx="1678665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700" dirty="0"/>
              <a:t>(343, 473)</a:t>
            </a:r>
          </a:p>
        </p:txBody>
      </p:sp>
    </p:spTree>
    <p:extLst>
      <p:ext uri="{BB962C8B-B14F-4D97-AF65-F5344CB8AC3E}">
        <p14:creationId xmlns:p14="http://schemas.microsoft.com/office/powerpoint/2010/main" val="16694750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of Grayscale image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2713" y="2915531"/>
            <a:ext cx="6757988" cy="4900613"/>
          </a:xfrm>
        </p:spPr>
      </p:pic>
      <p:pic>
        <p:nvPicPr>
          <p:cNvPr id="5" name="Content Placeholder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1664" y="2881003"/>
            <a:ext cx="6853214" cy="496966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17845" y="8195639"/>
            <a:ext cx="2129109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700" dirty="0"/>
              <a:t>(343, 473 , 3)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432001" y="8195642"/>
            <a:ext cx="1678665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700" dirty="0"/>
              <a:t>(343, 473)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6972" y="9094607"/>
            <a:ext cx="159496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Length of matrix or array reduce by 3 times hence the computation time</a:t>
            </a:r>
          </a:p>
        </p:txBody>
      </p:sp>
    </p:spTree>
    <p:extLst>
      <p:ext uri="{BB962C8B-B14F-4D97-AF65-F5344CB8AC3E}">
        <p14:creationId xmlns:p14="http://schemas.microsoft.com/office/powerpoint/2010/main" val="255692953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4521" y="428417"/>
            <a:ext cx="15773400" cy="1988345"/>
          </a:xfrm>
        </p:spPr>
        <p:txBody>
          <a:bodyPr/>
          <a:lstStyle/>
          <a:p>
            <a:r>
              <a:rPr lang="en-US" b="1" dirty="0"/>
              <a:t>Deeper into Image</a:t>
            </a:r>
          </a:p>
        </p:txBody>
      </p:sp>
      <p:pic>
        <p:nvPicPr>
          <p:cNvPr id="4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8198" y="2416762"/>
            <a:ext cx="6031499" cy="603149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8197" y="2416760"/>
            <a:ext cx="6031499" cy="603149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206487" y="8687449"/>
            <a:ext cx="36760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(1200 , 1200 , 3)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74009" y="8605990"/>
            <a:ext cx="477078" cy="7739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70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478" t="12654" r="19025" b="55598"/>
          <a:stretch/>
        </p:blipFill>
        <p:spPr>
          <a:xfrm>
            <a:off x="10412440" y="2190136"/>
            <a:ext cx="1556367" cy="1923062"/>
          </a:xfrm>
          <a:prstGeom prst="rect">
            <a:avLst/>
          </a:prstGeom>
        </p:spPr>
      </p:pic>
      <p:sp>
        <p:nvSpPr>
          <p:cNvPr id="10" name="Oval 9"/>
          <p:cNvSpPr/>
          <p:nvPr/>
        </p:nvSpPr>
        <p:spPr>
          <a:xfrm flipH="1">
            <a:off x="4673947" y="3699212"/>
            <a:ext cx="892001" cy="932517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cxnSp>
        <p:nvCxnSpPr>
          <p:cNvPr id="12" name="Straight Arrow Connector 11"/>
          <p:cNvCxnSpPr>
            <a:cxnSpLocks/>
            <a:stCxn id="10" idx="1"/>
          </p:cNvCxnSpPr>
          <p:nvPr/>
        </p:nvCxnSpPr>
        <p:spPr>
          <a:xfrm flipV="1">
            <a:off x="5435317" y="3151667"/>
            <a:ext cx="4913369" cy="68410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2032561" y="2045551"/>
            <a:ext cx="1901483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200" b="1" dirty="0"/>
              <a:t>PIXELS</a:t>
            </a:r>
          </a:p>
        </p:txBody>
      </p:sp>
    </p:spTree>
    <p:extLst>
      <p:ext uri="{BB962C8B-B14F-4D97-AF65-F5344CB8AC3E}">
        <p14:creationId xmlns:p14="http://schemas.microsoft.com/office/powerpoint/2010/main" val="174938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2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5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PIXELS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6000" dirty="0"/>
                  <a:t>Pixels are also called values 	</a:t>
                </a:r>
              </a:p>
              <a:p>
                <a:pPr lvl="1"/>
                <a:r>
                  <a:rPr lang="en-US" sz="5400" dirty="0"/>
                  <a:t>Range from </a:t>
                </a:r>
                <a:r>
                  <a:rPr lang="en-US" sz="5400" b="1" dirty="0">
                    <a:solidFill>
                      <a:srgbClr val="FF0000"/>
                    </a:solidFill>
                  </a:rPr>
                  <a:t>0 –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5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5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5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US" sz="5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</m:sSup>
                    <m:r>
                      <a:rPr lang="en-US" sz="5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−</m:t>
                    </m:r>
                    <m:r>
                      <a:rPr lang="en-US" sz="5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5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5400" b="1" dirty="0">
                  <a:solidFill>
                    <a:srgbClr val="FF0000"/>
                  </a:solidFill>
                </a:endParaRPr>
              </a:p>
              <a:p>
                <a:pPr lvl="1"/>
                <a:endParaRPr lang="en-US" sz="5400" dirty="0"/>
              </a:p>
              <a:p>
                <a:pPr marL="685800" lvl="1" indent="0">
                  <a:buNone/>
                </a:pPr>
                <a:r>
                  <a:rPr lang="en-US" sz="5400" dirty="0" err="1"/>
                  <a:t>Eg</a:t>
                </a:r>
                <a:r>
                  <a:rPr lang="en-US" sz="5400" dirty="0"/>
                  <a:t>:  for 8 bit image : n = 8</a:t>
                </a:r>
              </a:p>
              <a:p>
                <a:pPr marL="1371600" lvl="2" indent="0">
                  <a:buNone/>
                </a:pPr>
                <a:r>
                  <a:rPr lang="en-US" sz="4800" dirty="0"/>
                  <a:t>     range of pixel values is </a:t>
                </a:r>
                <a:r>
                  <a:rPr lang="en-US" sz="4800" b="1" dirty="0">
                    <a:solidFill>
                      <a:srgbClr val="FF0000"/>
                    </a:solidFill>
                  </a:rPr>
                  <a:t>0 – 255</a:t>
                </a:r>
              </a:p>
              <a:p>
                <a:pPr marL="1371600" lvl="2" indent="0">
                  <a:buNone/>
                </a:pPr>
                <a:endParaRPr lang="en-US" sz="48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855" t="-39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6308794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PIXELS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Lower the value </a:t>
            </a:r>
            <a:r>
              <a:rPr lang="en-US" sz="4800" b="1" i="1" dirty="0"/>
              <a:t>darker</a:t>
            </a:r>
            <a:r>
              <a:rPr lang="en-US" sz="4800" b="1" dirty="0"/>
              <a:t> </a:t>
            </a:r>
            <a:r>
              <a:rPr lang="en-US" sz="4800" dirty="0"/>
              <a:t>the color</a:t>
            </a:r>
          </a:p>
          <a:p>
            <a:pPr marL="0" indent="0">
              <a:buNone/>
            </a:pPr>
            <a:r>
              <a:rPr lang="en-US" sz="4800" dirty="0" err="1"/>
              <a:t>Eg</a:t>
            </a:r>
            <a:r>
              <a:rPr lang="en-US" sz="4800" dirty="0"/>
              <a:t>: black color for gray scale image</a:t>
            </a:r>
          </a:p>
          <a:p>
            <a:pPr marL="0" indent="0">
              <a:buNone/>
            </a:pPr>
            <a:endParaRPr lang="en-US" sz="4800" dirty="0"/>
          </a:p>
          <a:p>
            <a:r>
              <a:rPr lang="en-US" sz="4800" dirty="0"/>
              <a:t>Higher the value </a:t>
            </a:r>
            <a:r>
              <a:rPr lang="en-US" sz="4800" b="1" i="1" dirty="0"/>
              <a:t>lighter</a:t>
            </a:r>
            <a:r>
              <a:rPr lang="en-US" sz="4800" dirty="0"/>
              <a:t> the color</a:t>
            </a:r>
          </a:p>
          <a:p>
            <a:pPr marL="0" indent="0">
              <a:buNone/>
            </a:pPr>
            <a:r>
              <a:rPr lang="en-US" sz="4800" dirty="0" err="1"/>
              <a:t>Eg</a:t>
            </a:r>
            <a:r>
              <a:rPr lang="en-US" sz="4800" dirty="0"/>
              <a:t>: White color for gray scale image</a:t>
            </a:r>
          </a:p>
          <a:p>
            <a:pPr marL="685800" lvl="1" indent="0">
              <a:buNone/>
            </a:pPr>
            <a:endParaRPr lang="en-US" sz="5400" dirty="0"/>
          </a:p>
        </p:txBody>
      </p:sp>
      <p:sp>
        <p:nvSpPr>
          <p:cNvPr id="5" name="Rectangle 4"/>
          <p:cNvSpPr/>
          <p:nvPr/>
        </p:nvSpPr>
        <p:spPr>
          <a:xfrm>
            <a:off x="10813772" y="6082749"/>
            <a:ext cx="934281" cy="894522"/>
          </a:xfrm>
          <a:prstGeom prst="rect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700" dirty="0"/>
              <a:t>255</a:t>
            </a:r>
          </a:p>
        </p:txBody>
      </p:sp>
      <p:sp>
        <p:nvSpPr>
          <p:cNvPr id="6" name="Rectangle 5"/>
          <p:cNvSpPr/>
          <p:nvPr/>
        </p:nvSpPr>
        <p:spPr>
          <a:xfrm>
            <a:off x="10813772" y="3516072"/>
            <a:ext cx="934281" cy="894522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700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359069385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Array in graphical representation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Image is matrix and representation in graphical manner</a:t>
            </a:r>
          </a:p>
        </p:txBody>
      </p:sp>
      <p:grpSp>
        <p:nvGrpSpPr>
          <p:cNvPr id="19" name="Group 18"/>
          <p:cNvGrpSpPr/>
          <p:nvPr/>
        </p:nvGrpSpPr>
        <p:grpSpPr>
          <a:xfrm>
            <a:off x="5029202" y="4093366"/>
            <a:ext cx="4969578" cy="2882765"/>
            <a:chOff x="2888975" y="3232493"/>
            <a:chExt cx="3313052" cy="1921843"/>
          </a:xfrm>
        </p:grpSpPr>
        <p:sp>
          <p:nvSpPr>
            <p:cNvPr id="4" name="Rectangle 3"/>
            <p:cNvSpPr/>
            <p:nvPr/>
          </p:nvSpPr>
          <p:spPr>
            <a:xfrm>
              <a:off x="3564835" y="3258448"/>
              <a:ext cx="609600" cy="59634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700" dirty="0"/>
                <a:t>230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2888979" y="3232493"/>
              <a:ext cx="622854" cy="596348"/>
            </a:xfrm>
            <a:prstGeom prst="rect">
              <a:avLst/>
            </a:prstGeom>
            <a:ln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700" dirty="0"/>
                <a:t>0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3578087" y="3906217"/>
              <a:ext cx="622854" cy="596348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700" dirty="0"/>
                <a:t>20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4227445" y="3907804"/>
              <a:ext cx="622854" cy="59634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700" dirty="0">
                  <a:solidFill>
                    <a:schemeClr val="tx1"/>
                  </a:solidFill>
                </a:rPr>
                <a:t>240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2895602" y="3912294"/>
              <a:ext cx="609600" cy="596348"/>
            </a:xfrm>
            <a:prstGeom prst="rect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700" dirty="0"/>
                <a:t>255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4253953" y="3271700"/>
              <a:ext cx="609600" cy="596348"/>
            </a:xfrm>
            <a:prstGeom prst="rect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700" dirty="0"/>
                <a:t>255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4916561" y="3894552"/>
              <a:ext cx="609600" cy="596348"/>
            </a:xfrm>
            <a:prstGeom prst="rect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700" dirty="0"/>
                <a:t>255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240695" y="4545495"/>
              <a:ext cx="609600" cy="596348"/>
            </a:xfrm>
            <a:prstGeom prst="rect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700" dirty="0"/>
                <a:t>255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564829" y="4557988"/>
              <a:ext cx="622854" cy="59634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700" dirty="0"/>
                <a:t>70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916565" y="3246024"/>
              <a:ext cx="622854" cy="596348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700" dirty="0"/>
                <a:t>53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903307" y="4532243"/>
              <a:ext cx="622854" cy="596348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700" dirty="0"/>
                <a:t>100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5565917" y="3885790"/>
              <a:ext cx="622854" cy="596348"/>
            </a:xfrm>
            <a:prstGeom prst="rect">
              <a:avLst/>
            </a:prstGeom>
            <a:ln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700" dirty="0"/>
                <a:t>0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2888975" y="4553193"/>
              <a:ext cx="609600" cy="596348"/>
            </a:xfrm>
            <a:prstGeom prst="rect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700" dirty="0"/>
                <a:t>255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5592427" y="4526384"/>
              <a:ext cx="609600" cy="596348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700" dirty="0"/>
                <a:t>120</a:t>
              </a: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5579171" y="3242267"/>
              <a:ext cx="622854" cy="59634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700" dirty="0">
                  <a:solidFill>
                    <a:schemeClr val="tx1"/>
                  </a:solidFill>
                </a:rPr>
                <a:t>235</a:t>
              </a:r>
            </a:p>
          </p:txBody>
        </p:sp>
      </p:grpSp>
      <p:pic>
        <p:nvPicPr>
          <p:cNvPr id="20" name="Picture 1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04100" y="4015876"/>
            <a:ext cx="4800134" cy="4800134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12370018" y="5303102"/>
            <a:ext cx="347876" cy="362205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cxnSp>
        <p:nvCxnSpPr>
          <p:cNvPr id="23" name="Straight Arrow Connector 22"/>
          <p:cNvCxnSpPr/>
          <p:nvPr/>
        </p:nvCxnSpPr>
        <p:spPr>
          <a:xfrm flipH="1" flipV="1">
            <a:off x="10237307" y="5103951"/>
            <a:ext cx="2132711" cy="19914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7237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2)">
                                      <p:cBhvr>
                                        <p:cTn id="7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Information in Image</a:t>
            </a:r>
          </a:p>
        </p:txBody>
      </p:sp>
      <p:sp>
        <p:nvSpPr>
          <p:cNvPr id="20" name="Content Placeholder 19"/>
          <p:cNvSpPr>
            <a:spLocks noGrp="1"/>
          </p:cNvSpPr>
          <p:nvPr>
            <p:ph idx="1"/>
          </p:nvPr>
        </p:nvSpPr>
        <p:spPr>
          <a:xfrm>
            <a:off x="1257300" y="2536032"/>
            <a:ext cx="15773400" cy="6527007"/>
          </a:xfrm>
        </p:spPr>
        <p:txBody>
          <a:bodyPr/>
          <a:lstStyle/>
          <a:p>
            <a:r>
              <a:rPr lang="en-US" sz="4800" dirty="0"/>
              <a:t>Skill of extraction information or knowledge from data is called Data Science</a:t>
            </a:r>
          </a:p>
          <a:p>
            <a:endParaRPr lang="en-US" dirty="0"/>
          </a:p>
          <a:p>
            <a:pPr lvl="2">
              <a:buFont typeface="Wingdings" panose="05000000000000000000" pitchFamily="2" charset="2"/>
              <a:buChar char="q"/>
            </a:pPr>
            <a:r>
              <a:rPr lang="en-US" sz="4200" b="1" dirty="0"/>
              <a:t> </a:t>
            </a:r>
            <a:r>
              <a:rPr lang="en-US" sz="4200" dirty="0"/>
              <a:t>Transformation </a:t>
            </a:r>
          </a:p>
          <a:p>
            <a:pPr lvl="2">
              <a:buFont typeface="Wingdings" panose="05000000000000000000" pitchFamily="2" charset="2"/>
              <a:buChar char="q"/>
            </a:pPr>
            <a:r>
              <a:rPr lang="en-US" sz="4200" dirty="0"/>
              <a:t> Analysis</a:t>
            </a:r>
          </a:p>
          <a:p>
            <a:pPr lvl="2">
              <a:buFont typeface="Wingdings" panose="05000000000000000000" pitchFamily="2" charset="2"/>
              <a:buChar char="q"/>
            </a:pPr>
            <a:r>
              <a:rPr lang="en-US" sz="4200" dirty="0"/>
              <a:t> Modeling </a:t>
            </a: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5500" y="3787276"/>
            <a:ext cx="4800134" cy="480013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2698486" y="8986187"/>
            <a:ext cx="29049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(1200, 1200)</a:t>
            </a:r>
          </a:p>
        </p:txBody>
      </p:sp>
    </p:spTree>
    <p:extLst>
      <p:ext uri="{BB962C8B-B14F-4D97-AF65-F5344CB8AC3E}">
        <p14:creationId xmlns:p14="http://schemas.microsoft.com/office/powerpoint/2010/main" val="3031167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 txBox="1">
            <a:spLocks/>
          </p:cNvSpPr>
          <p:nvPr/>
        </p:nvSpPr>
        <p:spPr>
          <a:xfrm>
            <a:off x="865215" y="296515"/>
            <a:ext cx="15773400" cy="1988345"/>
          </a:xfrm>
          <a:prstGeom prst="rect">
            <a:avLst/>
          </a:prstGeom>
        </p:spPr>
        <p:txBody>
          <a:bodyPr vert="horz" lIns="137160" tIns="68580" rIns="137160" bIns="6858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sz="6600" b="1" dirty="0"/>
              <a:t>Data Transformation</a:t>
            </a:r>
          </a:p>
        </p:txBody>
      </p:sp>
      <p:sp>
        <p:nvSpPr>
          <p:cNvPr id="18" name="Content Placeholder 2"/>
          <p:cNvSpPr>
            <a:spLocks noGrp="1"/>
          </p:cNvSpPr>
          <p:nvPr>
            <p:ph idx="1"/>
          </p:nvPr>
        </p:nvSpPr>
        <p:spPr>
          <a:xfrm>
            <a:off x="1038639" y="2440263"/>
            <a:ext cx="15773400" cy="6527007"/>
          </a:xfrm>
        </p:spPr>
        <p:txBody>
          <a:bodyPr/>
          <a:lstStyle/>
          <a:p>
            <a:r>
              <a:rPr lang="en-US" dirty="0"/>
              <a:t>Transforming the data into structured</a:t>
            </a:r>
          </a:p>
          <a:p>
            <a:pPr lvl="1"/>
            <a:r>
              <a:rPr lang="en-US" dirty="0"/>
              <a:t>Resize {Bring the all image into same shape}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685800" lvl="1" indent="0">
              <a:buNone/>
            </a:pPr>
            <a:endParaRPr lang="en-US" dirty="0"/>
          </a:p>
          <a:p>
            <a:r>
              <a:rPr lang="en-US" dirty="0"/>
              <a:t>Reshaping</a:t>
            </a:r>
          </a:p>
          <a:p>
            <a:pPr lvl="1"/>
            <a:r>
              <a:rPr lang="en-US" dirty="0"/>
              <a:t>Converting into either row matrix or column matrix</a:t>
            </a:r>
          </a:p>
        </p:txBody>
      </p:sp>
      <p:pic>
        <p:nvPicPr>
          <p:cNvPr id="19" name="Content Placeholder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70" t="21090" r="9261" b="21046"/>
          <a:stretch/>
        </p:blipFill>
        <p:spPr>
          <a:xfrm>
            <a:off x="3100844" y="7510311"/>
            <a:ext cx="12172368" cy="152351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88865" y="1359761"/>
            <a:ext cx="4415454" cy="434400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5469164" y="7961801"/>
            <a:ext cx="18405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(1, 100)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275020" y="6161329"/>
            <a:ext cx="18405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(10, 10)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337" y="1064165"/>
            <a:ext cx="6133175" cy="6133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8266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12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5215" y="2554679"/>
            <a:ext cx="15773400" cy="6527007"/>
          </a:xfrm>
        </p:spPr>
        <p:txBody>
          <a:bodyPr/>
          <a:lstStyle/>
          <a:p>
            <a:r>
              <a:rPr lang="en-US" dirty="0"/>
              <a:t>Number of black bars</a:t>
            </a:r>
          </a:p>
          <a:p>
            <a:r>
              <a:rPr lang="en-US" dirty="0"/>
              <a:t>Distance between each bars</a:t>
            </a:r>
          </a:p>
          <a:p>
            <a:r>
              <a:rPr lang="en-US" dirty="0"/>
              <a:t>Width of each bars</a:t>
            </a:r>
          </a:p>
          <a:p>
            <a:r>
              <a:rPr lang="en-US" dirty="0"/>
              <a:t>Position or index of bars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Content Placeholder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70" t="21090" r="9261" b="21046"/>
          <a:stretch/>
        </p:blipFill>
        <p:spPr>
          <a:xfrm>
            <a:off x="2504049" y="7052817"/>
            <a:ext cx="12172368" cy="1523511"/>
          </a:xfrm>
          <a:prstGeom prst="rect">
            <a:avLst/>
          </a:prstGeom>
        </p:spPr>
      </p:pic>
      <p:sp>
        <p:nvSpPr>
          <p:cNvPr id="6" name="Title 1"/>
          <p:cNvSpPr txBox="1">
            <a:spLocks/>
          </p:cNvSpPr>
          <p:nvPr/>
        </p:nvSpPr>
        <p:spPr>
          <a:xfrm>
            <a:off x="865215" y="296515"/>
            <a:ext cx="15773400" cy="1988345"/>
          </a:xfrm>
          <a:prstGeom prst="rect">
            <a:avLst/>
          </a:prstGeom>
        </p:spPr>
        <p:txBody>
          <a:bodyPr vert="horz" lIns="137160" tIns="68580" rIns="137160" bIns="6858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sz="6600" b="1" dirty="0"/>
              <a:t>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164876" y="7468325"/>
            <a:ext cx="18405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(1, 100)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92" y="1257718"/>
            <a:ext cx="5679383" cy="5679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718946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Train images or arrays</a:t>
            </a:r>
          </a:p>
        </p:txBody>
      </p:sp>
    </p:spTree>
    <p:extLst>
      <p:ext uri="{BB962C8B-B14F-4D97-AF65-F5344CB8AC3E}">
        <p14:creationId xmlns:p14="http://schemas.microsoft.com/office/powerpoint/2010/main" val="379561377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7200" b="1" dirty="0"/>
              <a:t>Face 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Converting into Grayscale</a:t>
            </a:r>
          </a:p>
          <a:p>
            <a:r>
              <a:rPr lang="en-US" dirty="0"/>
              <a:t>Resize (Bring face into same size)</a:t>
            </a:r>
          </a:p>
          <a:p>
            <a:r>
              <a:rPr lang="en-US" dirty="0"/>
              <a:t>Reshaping</a:t>
            </a:r>
          </a:p>
          <a:p>
            <a:r>
              <a:rPr lang="en-US" dirty="0"/>
              <a:t>Transforming</a:t>
            </a:r>
          </a:p>
          <a:p>
            <a:r>
              <a:rPr lang="en-US" dirty="0"/>
              <a:t>Building Model</a:t>
            </a:r>
          </a:p>
        </p:txBody>
      </p:sp>
    </p:spTree>
    <p:extLst>
      <p:ext uri="{BB962C8B-B14F-4D97-AF65-F5344CB8AC3E}">
        <p14:creationId xmlns:p14="http://schemas.microsoft.com/office/powerpoint/2010/main" val="2697721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2746" y="1884189"/>
            <a:ext cx="7385204" cy="757955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1136" y="1884188"/>
            <a:ext cx="7366814" cy="7560677"/>
          </a:xfrm>
          <a:prstGeom prst="rect">
            <a:avLst/>
          </a:prstGeom>
        </p:spPr>
      </p:pic>
      <p:pic>
        <p:nvPicPr>
          <p:cNvPr id="9" name="Content Placeholder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8912" y="1884188"/>
            <a:ext cx="7572870" cy="7560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0119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7300" y="365942"/>
            <a:ext cx="15773400" cy="1988345"/>
          </a:xfrm>
        </p:spPr>
        <p:txBody>
          <a:bodyPr/>
          <a:lstStyle/>
          <a:p>
            <a:r>
              <a:rPr lang="en-US" dirty="0"/>
              <a:t>Recognition Algorithm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288673" y="3924848"/>
            <a:ext cx="1579908" cy="514419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sp>
        <p:nvSpPr>
          <p:cNvPr id="21" name="Right Arrow 20"/>
          <p:cNvSpPr/>
          <p:nvPr/>
        </p:nvSpPr>
        <p:spPr>
          <a:xfrm>
            <a:off x="11099945" y="3924849"/>
            <a:ext cx="1642020" cy="514419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grpSp>
        <p:nvGrpSpPr>
          <p:cNvPr id="28" name="Group 27"/>
          <p:cNvGrpSpPr/>
          <p:nvPr/>
        </p:nvGrpSpPr>
        <p:grpSpPr>
          <a:xfrm>
            <a:off x="1093303" y="2168960"/>
            <a:ext cx="4174433" cy="4013181"/>
            <a:chOff x="437322" y="1764024"/>
            <a:chExt cx="2782955" cy="2675454"/>
          </a:xfrm>
        </p:grpSpPr>
        <p:grpSp>
          <p:nvGrpSpPr>
            <p:cNvPr id="24" name="Group 23"/>
            <p:cNvGrpSpPr/>
            <p:nvPr/>
          </p:nvGrpSpPr>
          <p:grpSpPr>
            <a:xfrm>
              <a:off x="437322" y="1764024"/>
              <a:ext cx="2782955" cy="2231507"/>
              <a:chOff x="437322" y="1764024"/>
              <a:chExt cx="2782955" cy="2231507"/>
            </a:xfrm>
          </p:grpSpPr>
          <p:sp>
            <p:nvSpPr>
              <p:cNvPr id="14" name="Rectangle 13"/>
              <p:cNvSpPr/>
              <p:nvPr/>
            </p:nvSpPr>
            <p:spPr>
              <a:xfrm>
                <a:off x="437322" y="1764024"/>
                <a:ext cx="2782955" cy="2231507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700"/>
              </a:p>
            </p:txBody>
          </p:sp>
          <p:pic>
            <p:nvPicPr>
              <p:cNvPr id="15" name="Picture 14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90331" y="1803780"/>
                <a:ext cx="2700762" cy="2158171"/>
              </a:xfrm>
              <a:prstGeom prst="rect">
                <a:avLst/>
              </a:prstGeom>
            </p:spPr>
          </p:pic>
        </p:grpSp>
        <p:sp>
          <p:nvSpPr>
            <p:cNvPr id="25" name="Rectangle 24"/>
            <p:cNvSpPr/>
            <p:nvPr/>
          </p:nvSpPr>
          <p:spPr>
            <a:xfrm>
              <a:off x="437322" y="4014959"/>
              <a:ext cx="2782322" cy="424519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b="1" dirty="0"/>
                <a:t>Input Image</a:t>
              </a:r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6889004" y="2228594"/>
            <a:ext cx="4175898" cy="3984039"/>
            <a:chOff x="4301123" y="1803780"/>
            <a:chExt cx="2783932" cy="2656026"/>
          </a:xfrm>
        </p:grpSpPr>
        <p:grpSp>
          <p:nvGrpSpPr>
            <p:cNvPr id="23" name="Group 22"/>
            <p:cNvGrpSpPr/>
            <p:nvPr/>
          </p:nvGrpSpPr>
          <p:grpSpPr>
            <a:xfrm>
              <a:off x="4302100" y="1803780"/>
              <a:ext cx="2782955" cy="2231507"/>
              <a:chOff x="4302100" y="1803780"/>
              <a:chExt cx="2782955" cy="2231507"/>
            </a:xfrm>
          </p:grpSpPr>
          <p:sp>
            <p:nvSpPr>
              <p:cNvPr id="16" name="Rectangle 15"/>
              <p:cNvSpPr/>
              <p:nvPr/>
            </p:nvSpPr>
            <p:spPr>
              <a:xfrm>
                <a:off x="4302100" y="1803780"/>
                <a:ext cx="2782955" cy="2231507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700"/>
              </a:p>
            </p:txBody>
          </p:sp>
          <p:pic>
            <p:nvPicPr>
              <p:cNvPr id="18" name="Picture 17"/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355108" y="1854274"/>
                <a:ext cx="2700856" cy="2160685"/>
              </a:xfrm>
              <a:prstGeom prst="rect">
                <a:avLst/>
              </a:prstGeom>
            </p:spPr>
          </p:pic>
        </p:grpSp>
        <p:sp>
          <p:nvSpPr>
            <p:cNvPr id="26" name="Rectangle 25"/>
            <p:cNvSpPr/>
            <p:nvPr/>
          </p:nvSpPr>
          <p:spPr>
            <a:xfrm>
              <a:off x="4301123" y="4035287"/>
              <a:ext cx="2782322" cy="424519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b="1" dirty="0"/>
                <a:t>Detect Face</a:t>
              </a:r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12784614" y="2188838"/>
            <a:ext cx="4176849" cy="4202285"/>
            <a:chOff x="8350798" y="1764024"/>
            <a:chExt cx="2784566" cy="2801523"/>
          </a:xfrm>
        </p:grpSpPr>
        <p:grpSp>
          <p:nvGrpSpPr>
            <p:cNvPr id="22" name="Group 21"/>
            <p:cNvGrpSpPr/>
            <p:nvPr/>
          </p:nvGrpSpPr>
          <p:grpSpPr>
            <a:xfrm>
              <a:off x="8352409" y="1764024"/>
              <a:ext cx="2782955" cy="2231507"/>
              <a:chOff x="8164476" y="1854274"/>
              <a:chExt cx="2782955" cy="2231507"/>
            </a:xfrm>
          </p:grpSpPr>
          <p:sp>
            <p:nvSpPr>
              <p:cNvPr id="19" name="Rectangle 18"/>
              <p:cNvSpPr/>
              <p:nvPr/>
            </p:nvSpPr>
            <p:spPr>
              <a:xfrm>
                <a:off x="8164476" y="1854274"/>
                <a:ext cx="2782955" cy="2231507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700"/>
              </a:p>
            </p:txBody>
          </p:sp>
          <p:pic>
            <p:nvPicPr>
              <p:cNvPr id="20" name="Picture 19"/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216929" y="1901459"/>
                <a:ext cx="2704551" cy="2163640"/>
              </a:xfrm>
              <a:prstGeom prst="rect">
                <a:avLst/>
              </a:prstGeom>
            </p:spPr>
          </p:pic>
        </p:grpSp>
        <p:sp>
          <p:nvSpPr>
            <p:cNvPr id="27" name="Rectangle 26"/>
            <p:cNvSpPr/>
            <p:nvPr/>
          </p:nvSpPr>
          <p:spPr>
            <a:xfrm>
              <a:off x="8350798" y="3995531"/>
              <a:ext cx="2784565" cy="570016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b="1" dirty="0"/>
                <a:t>Identify Shape or Transforming</a:t>
              </a:r>
            </a:p>
          </p:txBody>
        </p:sp>
      </p:grpSp>
      <p:cxnSp>
        <p:nvCxnSpPr>
          <p:cNvPr id="33" name="Curved Connector 32"/>
          <p:cNvCxnSpPr>
            <a:stCxn id="27" idx="2"/>
          </p:cNvCxnSpPr>
          <p:nvPr/>
        </p:nvCxnSpPr>
        <p:spPr>
          <a:xfrm rot="5400000">
            <a:off x="14531118" y="6721841"/>
            <a:ext cx="672639" cy="11204"/>
          </a:xfrm>
          <a:prstGeom prst="curvedConnector3">
            <a:avLst>
              <a:gd name="adj1" fmla="val 50000"/>
            </a:avLst>
          </a:prstGeom>
          <a:ln w="762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7730197" y="6849412"/>
            <a:ext cx="3093896" cy="3030803"/>
          </a:xfrm>
          <a:prstGeom prst="ellipse">
            <a:avLst/>
          </a:prstGeom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cxnSp>
        <p:nvCxnSpPr>
          <p:cNvPr id="43" name="Straight Connector 42"/>
          <p:cNvCxnSpPr/>
          <p:nvPr/>
        </p:nvCxnSpPr>
        <p:spPr>
          <a:xfrm flipV="1">
            <a:off x="7730195" y="8466870"/>
            <a:ext cx="1546949" cy="15942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7982085" y="7109330"/>
            <a:ext cx="25901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700" b="1" dirty="0">
                <a:solidFill>
                  <a:schemeClr val="accent1">
                    <a:lumMod val="50000"/>
                  </a:schemeClr>
                </a:solidFill>
              </a:rPr>
              <a:t>128D unit Hyper sphere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625819" y="7135309"/>
            <a:ext cx="3637722" cy="896489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/>
              <a:t>Classification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98173" y="8078827"/>
            <a:ext cx="4800318" cy="896489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/>
              <a:t>Similarity Detection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799478" y="9055960"/>
            <a:ext cx="3637722" cy="896489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/>
              <a:t>Clustering</a:t>
            </a:r>
          </a:p>
        </p:txBody>
      </p:sp>
      <p:cxnSp>
        <p:nvCxnSpPr>
          <p:cNvPr id="53" name="Straight Arrow Connector 52"/>
          <p:cNvCxnSpPr/>
          <p:nvPr/>
        </p:nvCxnSpPr>
        <p:spPr>
          <a:xfrm flipH="1" flipV="1">
            <a:off x="5348247" y="7438506"/>
            <a:ext cx="2132193" cy="1048242"/>
          </a:xfrm>
          <a:prstGeom prst="straightConnector1">
            <a:avLst/>
          </a:prstGeom>
          <a:ln w="762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/>
          <p:nvPr/>
        </p:nvCxnSpPr>
        <p:spPr>
          <a:xfrm flipH="1">
            <a:off x="5287616" y="8527070"/>
            <a:ext cx="2176146" cy="0"/>
          </a:xfrm>
          <a:prstGeom prst="straightConnector1">
            <a:avLst/>
          </a:prstGeom>
          <a:ln w="762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/>
          <p:nvPr/>
        </p:nvCxnSpPr>
        <p:spPr>
          <a:xfrm flipH="1">
            <a:off x="5437201" y="8567393"/>
            <a:ext cx="2043242" cy="1145229"/>
          </a:xfrm>
          <a:prstGeom prst="straightConnector1">
            <a:avLst/>
          </a:prstGeom>
          <a:ln w="762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5" name="Picture 6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67566" y="7054240"/>
            <a:ext cx="2826635" cy="2658383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13290748" y="9523400"/>
            <a:ext cx="3738459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700" b="1" dirty="0">
                <a:solidFill>
                  <a:schemeClr val="accent1">
                    <a:lumMod val="50000"/>
                  </a:schemeClr>
                </a:solidFill>
              </a:rPr>
              <a:t>Deep Neural Network</a:t>
            </a:r>
          </a:p>
        </p:txBody>
      </p:sp>
      <p:cxnSp>
        <p:nvCxnSpPr>
          <p:cNvPr id="68" name="Straight Arrow Connector 67"/>
          <p:cNvCxnSpPr/>
          <p:nvPr/>
        </p:nvCxnSpPr>
        <p:spPr>
          <a:xfrm flipH="1">
            <a:off x="11114601" y="8476104"/>
            <a:ext cx="2176146" cy="0"/>
          </a:xfrm>
          <a:prstGeom prst="straightConnector1">
            <a:avLst/>
          </a:prstGeom>
          <a:ln w="762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5192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21" grpId="0" animBg="1"/>
      <p:bldP spid="41" grpId="0" animBg="1"/>
      <p:bldP spid="45" grpId="0"/>
      <p:bldP spid="49" grpId="0" animBg="1"/>
      <p:bldP spid="50" grpId="0" animBg="1"/>
      <p:bldP spid="51" grpId="0" animBg="1"/>
      <p:bldP spid="67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7300" y="365942"/>
            <a:ext cx="15773400" cy="1988345"/>
          </a:xfrm>
        </p:spPr>
        <p:txBody>
          <a:bodyPr/>
          <a:lstStyle/>
          <a:p>
            <a:r>
              <a:rPr lang="en-US" dirty="0"/>
              <a:t>Recognition Algorithm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288673" y="3924848"/>
            <a:ext cx="1579908" cy="514419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sp>
        <p:nvSpPr>
          <p:cNvPr id="21" name="Right Arrow 20"/>
          <p:cNvSpPr/>
          <p:nvPr/>
        </p:nvSpPr>
        <p:spPr>
          <a:xfrm>
            <a:off x="11099945" y="3924849"/>
            <a:ext cx="1642020" cy="514419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grpSp>
        <p:nvGrpSpPr>
          <p:cNvPr id="28" name="Group 27"/>
          <p:cNvGrpSpPr/>
          <p:nvPr/>
        </p:nvGrpSpPr>
        <p:grpSpPr>
          <a:xfrm>
            <a:off x="1093303" y="2168960"/>
            <a:ext cx="4174433" cy="4013181"/>
            <a:chOff x="437322" y="1764024"/>
            <a:chExt cx="2782955" cy="2675454"/>
          </a:xfrm>
        </p:grpSpPr>
        <p:grpSp>
          <p:nvGrpSpPr>
            <p:cNvPr id="24" name="Group 23"/>
            <p:cNvGrpSpPr/>
            <p:nvPr/>
          </p:nvGrpSpPr>
          <p:grpSpPr>
            <a:xfrm>
              <a:off x="437322" y="1764024"/>
              <a:ext cx="2782955" cy="2231507"/>
              <a:chOff x="437322" y="1764024"/>
              <a:chExt cx="2782955" cy="2231507"/>
            </a:xfrm>
          </p:grpSpPr>
          <p:sp>
            <p:nvSpPr>
              <p:cNvPr id="14" name="Rectangle 13"/>
              <p:cNvSpPr/>
              <p:nvPr/>
            </p:nvSpPr>
            <p:spPr>
              <a:xfrm>
                <a:off x="437322" y="1764024"/>
                <a:ext cx="2782955" cy="2231507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700"/>
              </a:p>
            </p:txBody>
          </p:sp>
          <p:pic>
            <p:nvPicPr>
              <p:cNvPr id="15" name="Picture 14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90331" y="1803780"/>
                <a:ext cx="2700762" cy="2158171"/>
              </a:xfrm>
              <a:prstGeom prst="rect">
                <a:avLst/>
              </a:prstGeom>
            </p:spPr>
          </p:pic>
        </p:grpSp>
        <p:sp>
          <p:nvSpPr>
            <p:cNvPr id="25" name="Rectangle 24"/>
            <p:cNvSpPr/>
            <p:nvPr/>
          </p:nvSpPr>
          <p:spPr>
            <a:xfrm>
              <a:off x="437322" y="4014959"/>
              <a:ext cx="2782322" cy="424519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b="1" dirty="0"/>
                <a:t>Input Image</a:t>
              </a:r>
            </a:p>
          </p:txBody>
        </p:sp>
      </p:grpSp>
      <p:sp>
        <p:nvSpPr>
          <p:cNvPr id="16" name="Rectangle 15"/>
          <p:cNvSpPr/>
          <p:nvPr/>
        </p:nvSpPr>
        <p:spPr>
          <a:xfrm>
            <a:off x="6890470" y="2228594"/>
            <a:ext cx="4174433" cy="334726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034" t="18831" r="16361" b="13722"/>
          <a:stretch/>
        </p:blipFill>
        <p:spPr>
          <a:xfrm>
            <a:off x="7474176" y="2415519"/>
            <a:ext cx="3098025" cy="3118407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6889004" y="5575855"/>
            <a:ext cx="4173483" cy="63677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/>
              <a:t>Detect Face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787031" y="2188838"/>
            <a:ext cx="4174433" cy="334726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060" t="18501" r="15295" b="12409"/>
          <a:stretch/>
        </p:blipFill>
        <p:spPr>
          <a:xfrm>
            <a:off x="13468213" y="2400301"/>
            <a:ext cx="3035036" cy="3014663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12784615" y="5536098"/>
            <a:ext cx="4176848" cy="85502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/>
              <a:t>Identify Shape or Transforming</a:t>
            </a:r>
          </a:p>
        </p:txBody>
      </p:sp>
      <p:cxnSp>
        <p:nvCxnSpPr>
          <p:cNvPr id="33" name="Curved Connector 32"/>
          <p:cNvCxnSpPr>
            <a:stCxn id="27" idx="2"/>
          </p:cNvCxnSpPr>
          <p:nvPr/>
        </p:nvCxnSpPr>
        <p:spPr>
          <a:xfrm rot="5400000">
            <a:off x="14531118" y="6721841"/>
            <a:ext cx="672639" cy="11204"/>
          </a:xfrm>
          <a:prstGeom prst="curvedConnector3">
            <a:avLst>
              <a:gd name="adj1" fmla="val 50000"/>
            </a:avLst>
          </a:prstGeom>
          <a:ln w="762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13290748" y="9610484"/>
            <a:ext cx="3738459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700" b="1" dirty="0">
                <a:solidFill>
                  <a:schemeClr val="accent1">
                    <a:lumMod val="50000"/>
                  </a:schemeClr>
                </a:solidFill>
              </a:rPr>
              <a:t>Deep Neural Network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7034630" y="7985255"/>
            <a:ext cx="4886325" cy="487997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700" dirty="0">
                <a:solidFill>
                  <a:srgbClr val="FFFF00"/>
                </a:solidFill>
              </a:rPr>
              <a:t>0.96, 0.56, 0.176, 0.784 ….. 0.49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098519" y="8163913"/>
            <a:ext cx="1276311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700" dirty="0"/>
              <a:t>1 x 128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D57DAD-9CC7-4B68-F3FA-5A8C201D01A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67566" y="7054240"/>
            <a:ext cx="2826635" cy="2658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8315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21" grpId="0" animBg="1"/>
      <p:bldP spid="67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56692" y="4225166"/>
            <a:ext cx="15773400" cy="1988345"/>
          </a:xfrm>
        </p:spPr>
        <p:txBody>
          <a:bodyPr/>
          <a:lstStyle/>
          <a:p>
            <a:pPr algn="ctr"/>
            <a:r>
              <a:rPr lang="en-US" dirty="0"/>
              <a:t>Let’s Building Face Recognition Model</a:t>
            </a:r>
          </a:p>
        </p:txBody>
      </p:sp>
    </p:spTree>
    <p:extLst>
      <p:ext uri="{BB962C8B-B14F-4D97-AF65-F5344CB8AC3E}">
        <p14:creationId xmlns:p14="http://schemas.microsoft.com/office/powerpoint/2010/main" val="320187739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4744" y="3211377"/>
            <a:ext cx="15773400" cy="3805650"/>
          </a:xfrm>
        </p:spPr>
        <p:txBody>
          <a:bodyPr>
            <a:normAutofit/>
          </a:bodyPr>
          <a:lstStyle/>
          <a:p>
            <a:pPr algn="ctr"/>
            <a:r>
              <a:rPr lang="en-US" sz="9000" b="1" dirty="0"/>
              <a:t>K- Nearest Neighbor</a:t>
            </a:r>
            <a:br>
              <a:rPr lang="en-US" sz="9000" b="1" dirty="0"/>
            </a:br>
            <a:r>
              <a:rPr lang="en-US" sz="9000" b="1" dirty="0"/>
              <a:t> Algorithm</a:t>
            </a:r>
          </a:p>
        </p:txBody>
      </p:sp>
    </p:spTree>
    <p:extLst>
      <p:ext uri="{BB962C8B-B14F-4D97-AF65-F5344CB8AC3E}">
        <p14:creationId xmlns:p14="http://schemas.microsoft.com/office/powerpoint/2010/main" val="249447842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7227" y="1671638"/>
            <a:ext cx="3014661" cy="608647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700" b="1" dirty="0">
                <a:solidFill>
                  <a:schemeClr val="tx1"/>
                </a:solidFill>
              </a:rPr>
              <a:t>Male</a:t>
            </a:r>
          </a:p>
          <a:p>
            <a:r>
              <a:rPr lang="en-US" sz="2700" dirty="0">
                <a:solidFill>
                  <a:schemeClr val="tx1"/>
                </a:solidFill>
              </a:rPr>
              <a:t>   male001.jpg</a:t>
            </a:r>
          </a:p>
          <a:p>
            <a:r>
              <a:rPr lang="en-US" sz="2700" dirty="0">
                <a:solidFill>
                  <a:schemeClr val="tx1"/>
                </a:solidFill>
              </a:rPr>
              <a:t>   male002.jpg</a:t>
            </a:r>
          </a:p>
          <a:p>
            <a:r>
              <a:rPr lang="en-US" sz="2700" dirty="0">
                <a:solidFill>
                  <a:schemeClr val="tx1"/>
                </a:solidFill>
              </a:rPr>
              <a:t>           .</a:t>
            </a:r>
          </a:p>
          <a:p>
            <a:r>
              <a:rPr lang="en-US" sz="2700" dirty="0">
                <a:solidFill>
                  <a:schemeClr val="tx1"/>
                </a:solidFill>
              </a:rPr>
              <a:t>           .</a:t>
            </a:r>
          </a:p>
          <a:p>
            <a:r>
              <a:rPr lang="en-US" sz="2700" dirty="0">
                <a:solidFill>
                  <a:schemeClr val="tx1"/>
                </a:solidFill>
              </a:rPr>
              <a:t>           .</a:t>
            </a:r>
          </a:p>
          <a:p>
            <a:endParaRPr lang="en-US" sz="2700" dirty="0">
              <a:solidFill>
                <a:schemeClr val="tx1"/>
              </a:solidFill>
            </a:endParaRPr>
          </a:p>
          <a:p>
            <a:r>
              <a:rPr lang="en-US" sz="2700" b="1" dirty="0">
                <a:solidFill>
                  <a:schemeClr val="tx1"/>
                </a:solidFill>
              </a:rPr>
              <a:t>Female</a:t>
            </a:r>
          </a:p>
          <a:p>
            <a:r>
              <a:rPr lang="en-US" sz="2700" dirty="0">
                <a:solidFill>
                  <a:schemeClr val="tx1"/>
                </a:solidFill>
              </a:rPr>
              <a:t>   female001.jpg</a:t>
            </a:r>
          </a:p>
          <a:p>
            <a:r>
              <a:rPr lang="en-US" sz="2700" dirty="0">
                <a:solidFill>
                  <a:schemeClr val="tx1"/>
                </a:solidFill>
              </a:rPr>
              <a:t>   female002.jpg</a:t>
            </a:r>
          </a:p>
          <a:p>
            <a:r>
              <a:rPr lang="en-US" sz="2700" dirty="0">
                <a:solidFill>
                  <a:schemeClr val="tx1"/>
                </a:solidFill>
              </a:rPr>
              <a:t>           .</a:t>
            </a:r>
          </a:p>
          <a:p>
            <a:r>
              <a:rPr lang="en-US" sz="2700" dirty="0">
                <a:solidFill>
                  <a:schemeClr val="tx1"/>
                </a:solidFill>
              </a:rPr>
              <a:t>           .</a:t>
            </a:r>
          </a:p>
          <a:p>
            <a:r>
              <a:rPr lang="en-US" sz="2700" dirty="0">
                <a:solidFill>
                  <a:schemeClr val="tx1"/>
                </a:solidFill>
              </a:rPr>
              <a:t>           .</a:t>
            </a:r>
          </a:p>
          <a:p>
            <a:endParaRPr lang="en-US" sz="2700" dirty="0">
              <a:solidFill>
                <a:schemeClr val="tx1"/>
              </a:solidFill>
            </a:endParaRPr>
          </a:p>
        </p:txBody>
      </p:sp>
      <p:grpSp>
        <p:nvGrpSpPr>
          <p:cNvPr id="12" name="Group 11"/>
          <p:cNvGrpSpPr/>
          <p:nvPr/>
        </p:nvGrpSpPr>
        <p:grpSpPr>
          <a:xfrm>
            <a:off x="2786063" y="2498855"/>
            <a:ext cx="7463255" cy="487997"/>
            <a:chOff x="1857375" y="1665903"/>
            <a:chExt cx="4975503" cy="325331"/>
          </a:xfrm>
          <a:solidFill>
            <a:srgbClr val="FFC000"/>
          </a:solidFill>
        </p:grpSpPr>
        <p:sp>
          <p:nvSpPr>
            <p:cNvPr id="3" name="Rectangle 2"/>
            <p:cNvSpPr/>
            <p:nvPr/>
          </p:nvSpPr>
          <p:spPr>
            <a:xfrm>
              <a:off x="3575328" y="1665903"/>
              <a:ext cx="3257550" cy="325331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700" dirty="0">
                  <a:solidFill>
                    <a:schemeClr val="tx1"/>
                  </a:solidFill>
                </a:rPr>
                <a:t>0.96, 0.56, 0.176, 0.784 ….. 0.49</a:t>
              </a:r>
            </a:p>
          </p:txBody>
        </p:sp>
        <p:cxnSp>
          <p:nvCxnSpPr>
            <p:cNvPr id="5" name="Straight Arrow Connector 4"/>
            <p:cNvCxnSpPr/>
            <p:nvPr/>
          </p:nvCxnSpPr>
          <p:spPr>
            <a:xfrm>
              <a:off x="1857375" y="1695450"/>
              <a:ext cx="1609725" cy="123825"/>
            </a:xfrm>
            <a:prstGeom prst="straightConnector1">
              <a:avLst/>
            </a:prstGeom>
            <a:grpFill/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3" name="Group 12"/>
          <p:cNvGrpSpPr/>
          <p:nvPr/>
        </p:nvGrpSpPr>
        <p:grpSpPr>
          <a:xfrm>
            <a:off x="11129963" y="1553408"/>
            <a:ext cx="7286625" cy="2890397"/>
            <a:chOff x="7419975" y="1035605"/>
            <a:chExt cx="4857750" cy="192693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/>
                <p:cNvSpPr txBox="1"/>
                <p:nvPr/>
              </p:nvSpPr>
              <p:spPr>
                <a:xfrm>
                  <a:off x="7419975" y="1509712"/>
                  <a:ext cx="2381250" cy="142150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lang="en-US" sz="3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en-US" sz="3000" i="1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r>
                                  <a:rPr lang="en-US" sz="3000" i="1">
                                    <a:latin typeface="Cambria Math" panose="02040503050406030204" pitchFamily="18" charset="0"/>
                                  </a:rPr>
                                  <m:t>0.96 0.56  0.176  …0.49</m:t>
                                </m:r>
                              </m:e>
                              <m:e>
                                <m:r>
                                  <a:rPr lang="en-US" sz="3000" i="1">
                                    <a:latin typeface="Cambria Math" panose="02040503050406030204" pitchFamily="18" charset="0"/>
                                  </a:rPr>
                                  <m:t>….</m:t>
                                </m:r>
                              </m:e>
                              <m:e>
                                <m:r>
                                  <a:rPr lang="en-US" sz="3000" i="1">
                                    <a:latin typeface="Cambria Math" panose="02040503050406030204" pitchFamily="18" charset="0"/>
                                  </a:rPr>
                                  <m:t>….</m:t>
                                </m:r>
                              </m:e>
                              <m:e>
                                <m:r>
                                  <a:rPr lang="en-US" sz="3000" i="1">
                                    <a:latin typeface="Cambria Math" panose="02040503050406030204" pitchFamily="18" charset="0"/>
                                  </a:rPr>
                                  <m:t>….</m:t>
                                </m:r>
                              </m:e>
                              <m:e>
                                <m:r>
                                  <a:rPr lang="en-US" sz="3000" i="1">
                                    <a:latin typeface="Cambria Math" panose="02040503050406030204" pitchFamily="18" charset="0"/>
                                  </a:rPr>
                                  <m:t>0.96 0.56  0.176  …0.49</m:t>
                                </m:r>
                              </m:e>
                            </m:eqArr>
                          </m:e>
                        </m:d>
                      </m:oMath>
                    </m:oMathPara>
                  </a14:m>
                  <a:endParaRPr lang="en-US" sz="2700" dirty="0"/>
                </a:p>
              </p:txBody>
            </p:sp>
          </mc:Choice>
          <mc:Fallback xmlns="">
            <p:sp>
              <p:nvSpPr>
                <p:cNvPr id="6" name="TextBox 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19975" y="1509712"/>
                  <a:ext cx="2381250" cy="1421500"/>
                </a:xfrm>
                <a:prstGeom prst="rect">
                  <a:avLst/>
                </a:prstGeom>
                <a:blipFill>
                  <a:blip r:embed="rId2"/>
                  <a:stretch>
                    <a:fillRect r="-16212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TextBox 6"/>
            <p:cNvSpPr txBox="1"/>
            <p:nvPr/>
          </p:nvSpPr>
          <p:spPr>
            <a:xfrm>
              <a:off x="7658100" y="1215509"/>
              <a:ext cx="277020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700" dirty="0"/>
                <a:t>X1      x2     x3            x128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/>
                <p:cNvSpPr txBox="1"/>
                <p:nvPr/>
              </p:nvSpPr>
              <p:spPr>
                <a:xfrm>
                  <a:off x="9896475" y="1547277"/>
                  <a:ext cx="2381250" cy="141525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lang="en-US" sz="3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en-US" sz="3000" i="1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r>
                                  <a:rPr lang="en-US" sz="30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3000" i="1">
                                    <a:latin typeface="Cambria Math" panose="02040503050406030204" pitchFamily="18" charset="0"/>
                                  </a:rPr>
                                  <m:t>….</m:t>
                                </m:r>
                              </m:e>
                              <m:e>
                                <m:r>
                                  <a:rPr lang="en-US" sz="3000" i="1">
                                    <a:latin typeface="Cambria Math" panose="02040503050406030204" pitchFamily="18" charset="0"/>
                                  </a:rPr>
                                  <m:t>….</m:t>
                                </m:r>
                              </m:e>
                              <m:e>
                                <m:r>
                                  <a:rPr lang="en-US" sz="3000" i="1">
                                    <a:latin typeface="Cambria Math" panose="02040503050406030204" pitchFamily="18" charset="0"/>
                                  </a:rPr>
                                  <m:t>….</m:t>
                                </m:r>
                              </m:e>
                              <m:e>
                                <m:r>
                                  <a:rPr lang="en-US" sz="30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eqArr>
                          </m:e>
                        </m:d>
                      </m:oMath>
                    </m:oMathPara>
                  </a14:m>
                  <a:endParaRPr lang="en-US" sz="2700" dirty="0"/>
                </a:p>
              </p:txBody>
            </p:sp>
          </mc:Choice>
          <mc:Fallback xmlns="">
            <p:sp>
              <p:nvSpPr>
                <p:cNvPr id="8" name="TextBox 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96475" y="1547277"/>
                  <a:ext cx="2381250" cy="141525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TextBox 8"/>
            <p:cNvSpPr txBox="1"/>
            <p:nvPr/>
          </p:nvSpPr>
          <p:spPr>
            <a:xfrm>
              <a:off x="10939972" y="1035605"/>
              <a:ext cx="23532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700" dirty="0"/>
                <a:t>y</a:t>
              </a:r>
            </a:p>
          </p:txBody>
        </p:sp>
      </p:grpSp>
      <p:cxnSp>
        <p:nvCxnSpPr>
          <p:cNvPr id="11" name="Straight Connector 10"/>
          <p:cNvCxnSpPr/>
          <p:nvPr/>
        </p:nvCxnSpPr>
        <p:spPr>
          <a:xfrm>
            <a:off x="12915900" y="1243013"/>
            <a:ext cx="0" cy="6357938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9346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K-NN does for you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98C87A8F-B6FD-BC73-A55C-900C37653C96}"/>
              </a:ext>
            </a:extLst>
          </p:cNvPr>
          <p:cNvCxnSpPr/>
          <p:nvPr/>
        </p:nvCxnSpPr>
        <p:spPr>
          <a:xfrm>
            <a:off x="6386286" y="8186057"/>
            <a:ext cx="6604000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DBB25F9-96C8-5831-F5BE-4F239E9AAC85}"/>
              </a:ext>
            </a:extLst>
          </p:cNvPr>
          <p:cNvCxnSpPr>
            <a:cxnSpLocks/>
          </p:cNvCxnSpPr>
          <p:nvPr/>
        </p:nvCxnSpPr>
        <p:spPr>
          <a:xfrm flipV="1">
            <a:off x="6698343" y="3178628"/>
            <a:ext cx="0" cy="523240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5C0DD266-04C5-E314-42CD-C738C21F31DE}"/>
              </a:ext>
            </a:extLst>
          </p:cNvPr>
          <p:cNvSpPr/>
          <p:nvPr/>
        </p:nvSpPr>
        <p:spPr>
          <a:xfrm>
            <a:off x="7489372" y="6458857"/>
            <a:ext cx="252000" cy="252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A8CEDD1-5265-3645-5CBE-887D97470221}"/>
              </a:ext>
            </a:extLst>
          </p:cNvPr>
          <p:cNvSpPr/>
          <p:nvPr/>
        </p:nvSpPr>
        <p:spPr>
          <a:xfrm>
            <a:off x="7641772" y="6805899"/>
            <a:ext cx="252000" cy="252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B1713C1-7AA7-3E62-1364-14DC3E3C4C69}"/>
              </a:ext>
            </a:extLst>
          </p:cNvPr>
          <p:cNvSpPr/>
          <p:nvPr/>
        </p:nvSpPr>
        <p:spPr>
          <a:xfrm>
            <a:off x="7237372" y="6805899"/>
            <a:ext cx="252000" cy="252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701F4A5-CCAB-6A61-A8A3-DD8C998AC0C8}"/>
              </a:ext>
            </a:extLst>
          </p:cNvPr>
          <p:cNvSpPr/>
          <p:nvPr/>
        </p:nvSpPr>
        <p:spPr>
          <a:xfrm>
            <a:off x="7439572" y="7148936"/>
            <a:ext cx="252000" cy="252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B84FDA8-69DC-B192-F51F-768DAE718274}"/>
              </a:ext>
            </a:extLst>
          </p:cNvPr>
          <p:cNvSpPr/>
          <p:nvPr/>
        </p:nvSpPr>
        <p:spPr>
          <a:xfrm>
            <a:off x="7893772" y="7561992"/>
            <a:ext cx="252000" cy="252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41AE131-B9D5-9844-D8FA-322C157E4874}"/>
              </a:ext>
            </a:extLst>
          </p:cNvPr>
          <p:cNvSpPr/>
          <p:nvPr/>
        </p:nvSpPr>
        <p:spPr>
          <a:xfrm>
            <a:off x="8019772" y="7148936"/>
            <a:ext cx="252000" cy="252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3A053C6-2A03-FACB-706C-91E72D831787}"/>
              </a:ext>
            </a:extLst>
          </p:cNvPr>
          <p:cNvSpPr/>
          <p:nvPr/>
        </p:nvSpPr>
        <p:spPr>
          <a:xfrm>
            <a:off x="8347972" y="7369279"/>
            <a:ext cx="252000" cy="252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4452670-C93A-4D5F-105A-BCD22B436247}"/>
              </a:ext>
            </a:extLst>
          </p:cNvPr>
          <p:cNvSpPr/>
          <p:nvPr/>
        </p:nvSpPr>
        <p:spPr>
          <a:xfrm>
            <a:off x="8596601" y="7007099"/>
            <a:ext cx="252000" cy="252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5631756-87AC-BF8B-952A-1A7EBD8FD71C}"/>
              </a:ext>
            </a:extLst>
          </p:cNvPr>
          <p:cNvSpPr/>
          <p:nvPr/>
        </p:nvSpPr>
        <p:spPr>
          <a:xfrm>
            <a:off x="8154400" y="6683205"/>
            <a:ext cx="252000" cy="252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E5FFA36C-642A-BF8A-9F12-9F6104DB7DF5}"/>
              </a:ext>
            </a:extLst>
          </p:cNvPr>
          <p:cNvSpPr/>
          <p:nvPr/>
        </p:nvSpPr>
        <p:spPr>
          <a:xfrm>
            <a:off x="7889143" y="6161339"/>
            <a:ext cx="252000" cy="252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2F21C13E-8916-5EDC-B487-7AB9DC958E2D}"/>
              </a:ext>
            </a:extLst>
          </p:cNvPr>
          <p:cNvSpPr/>
          <p:nvPr/>
        </p:nvSpPr>
        <p:spPr>
          <a:xfrm>
            <a:off x="8437686" y="6343474"/>
            <a:ext cx="252000" cy="252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9D8A401-5EA7-0422-16EE-77AA5F9F4AD2}"/>
              </a:ext>
            </a:extLst>
          </p:cNvPr>
          <p:cNvSpPr/>
          <p:nvPr/>
        </p:nvSpPr>
        <p:spPr>
          <a:xfrm>
            <a:off x="8886886" y="6628525"/>
            <a:ext cx="252000" cy="252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325AAD92-1D4D-4A12-97E6-C2C277EBC410}"/>
              </a:ext>
            </a:extLst>
          </p:cNvPr>
          <p:cNvSpPr/>
          <p:nvPr/>
        </p:nvSpPr>
        <p:spPr>
          <a:xfrm>
            <a:off x="7515772" y="6010577"/>
            <a:ext cx="252000" cy="252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79D70254-12BA-543A-05B3-DB5F4E52AD28}"/>
              </a:ext>
            </a:extLst>
          </p:cNvPr>
          <p:cNvSpPr/>
          <p:nvPr/>
        </p:nvSpPr>
        <p:spPr>
          <a:xfrm>
            <a:off x="9906001" y="4400023"/>
            <a:ext cx="252000" cy="25200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B5BAE5D9-2D22-C151-3B44-AF8E99A1670D}"/>
              </a:ext>
            </a:extLst>
          </p:cNvPr>
          <p:cNvSpPr/>
          <p:nvPr/>
        </p:nvSpPr>
        <p:spPr>
          <a:xfrm>
            <a:off x="9856201" y="5090102"/>
            <a:ext cx="252000" cy="25200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6D126F12-9315-DDF7-09AE-3357B290988C}"/>
              </a:ext>
            </a:extLst>
          </p:cNvPr>
          <p:cNvSpPr/>
          <p:nvPr/>
        </p:nvSpPr>
        <p:spPr>
          <a:xfrm>
            <a:off x="10310401" y="5503158"/>
            <a:ext cx="252000" cy="25200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6C9F167D-F649-0A16-87FF-8776D611CD19}"/>
              </a:ext>
            </a:extLst>
          </p:cNvPr>
          <p:cNvSpPr/>
          <p:nvPr/>
        </p:nvSpPr>
        <p:spPr>
          <a:xfrm>
            <a:off x="10436401" y="5090102"/>
            <a:ext cx="252000" cy="25200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CFB2B65B-F5DE-CDB0-5D03-38C024D0E03D}"/>
              </a:ext>
            </a:extLst>
          </p:cNvPr>
          <p:cNvSpPr/>
          <p:nvPr/>
        </p:nvSpPr>
        <p:spPr>
          <a:xfrm>
            <a:off x="11013230" y="4948265"/>
            <a:ext cx="252000" cy="25200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38627AB5-3D9F-D8F7-E72D-B818271DD300}"/>
              </a:ext>
            </a:extLst>
          </p:cNvPr>
          <p:cNvSpPr/>
          <p:nvPr/>
        </p:nvSpPr>
        <p:spPr>
          <a:xfrm>
            <a:off x="10571029" y="4624371"/>
            <a:ext cx="252000" cy="25200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B9EE34CB-972E-0CD9-78B4-7A952A09C2E3}"/>
              </a:ext>
            </a:extLst>
          </p:cNvPr>
          <p:cNvSpPr/>
          <p:nvPr/>
        </p:nvSpPr>
        <p:spPr>
          <a:xfrm>
            <a:off x="10305772" y="4102505"/>
            <a:ext cx="252000" cy="25200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9794E6AD-2E9A-DBD9-67F0-C2C716DC9BC6}"/>
              </a:ext>
            </a:extLst>
          </p:cNvPr>
          <p:cNvSpPr/>
          <p:nvPr/>
        </p:nvSpPr>
        <p:spPr>
          <a:xfrm>
            <a:off x="10854315" y="4284640"/>
            <a:ext cx="252000" cy="25200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4640D933-BF02-4F4D-7661-F504AD99FE7A}"/>
              </a:ext>
            </a:extLst>
          </p:cNvPr>
          <p:cNvSpPr/>
          <p:nvPr/>
        </p:nvSpPr>
        <p:spPr>
          <a:xfrm>
            <a:off x="11303515" y="4569691"/>
            <a:ext cx="252000" cy="25200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3DC570AA-77B2-2E9F-7818-086D65D0D636}"/>
              </a:ext>
            </a:extLst>
          </p:cNvPr>
          <p:cNvSpPr/>
          <p:nvPr/>
        </p:nvSpPr>
        <p:spPr>
          <a:xfrm>
            <a:off x="9932401" y="3951743"/>
            <a:ext cx="252000" cy="25200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2D55CB8-14B9-DCC0-902B-5BEDD0572E27}"/>
              </a:ext>
            </a:extLst>
          </p:cNvPr>
          <p:cNvSpPr txBox="1"/>
          <p:nvPr/>
        </p:nvSpPr>
        <p:spPr>
          <a:xfrm>
            <a:off x="8697098" y="7302458"/>
            <a:ext cx="8835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/>
              <a:t>Male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AC6595D-5DA4-53D6-BB37-1FFBDB13BDD1}"/>
              </a:ext>
            </a:extLst>
          </p:cNvPr>
          <p:cNvSpPr txBox="1"/>
          <p:nvPr/>
        </p:nvSpPr>
        <p:spPr>
          <a:xfrm>
            <a:off x="10923374" y="5420093"/>
            <a:ext cx="12250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/>
              <a:t>Female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68EB3FA2-2F68-0FB2-3E84-73972FEDEE55}"/>
                  </a:ext>
                </a:extLst>
              </p14:cNvPr>
              <p14:cNvContentPartPr/>
              <p14:nvPr/>
            </p14:nvContentPartPr>
            <p14:xfrm>
              <a:off x="6060600" y="2864880"/>
              <a:ext cx="7469280" cy="607392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68EB3FA2-2F68-0FB2-3E84-73972FEDEE5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051240" y="2855520"/>
                <a:ext cx="7488000" cy="6092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1477366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1CED3B-34C9-31E2-A568-96387CF52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3D605-5A8F-CEB2-6D37-AE22C835C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K-NN does for you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3235742-2BC1-C19C-47DF-5AE0F41BF4E9}"/>
              </a:ext>
            </a:extLst>
          </p:cNvPr>
          <p:cNvCxnSpPr/>
          <p:nvPr/>
        </p:nvCxnSpPr>
        <p:spPr>
          <a:xfrm>
            <a:off x="6386286" y="8186057"/>
            <a:ext cx="6604000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7DC259E-142F-613A-6773-933A4195C154}"/>
              </a:ext>
            </a:extLst>
          </p:cNvPr>
          <p:cNvCxnSpPr>
            <a:cxnSpLocks/>
          </p:cNvCxnSpPr>
          <p:nvPr/>
        </p:nvCxnSpPr>
        <p:spPr>
          <a:xfrm flipV="1">
            <a:off x="6698343" y="3178628"/>
            <a:ext cx="0" cy="523240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30F0F4BE-A96B-122E-4471-B557C7F80675}"/>
              </a:ext>
            </a:extLst>
          </p:cNvPr>
          <p:cNvSpPr/>
          <p:nvPr/>
        </p:nvSpPr>
        <p:spPr>
          <a:xfrm>
            <a:off x="7489372" y="6458857"/>
            <a:ext cx="252000" cy="252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86DB6543-E75C-E6F1-1271-A52168BD1F9A}"/>
              </a:ext>
            </a:extLst>
          </p:cNvPr>
          <p:cNvSpPr/>
          <p:nvPr/>
        </p:nvSpPr>
        <p:spPr>
          <a:xfrm>
            <a:off x="7641772" y="6805899"/>
            <a:ext cx="252000" cy="252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99B90D68-4C12-41F3-A0E6-A7836F53AFE6}"/>
              </a:ext>
            </a:extLst>
          </p:cNvPr>
          <p:cNvSpPr/>
          <p:nvPr/>
        </p:nvSpPr>
        <p:spPr>
          <a:xfrm>
            <a:off x="7237372" y="6805899"/>
            <a:ext cx="252000" cy="252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37DB6E78-2C9F-7940-BE08-FDB4036D3F7F}"/>
              </a:ext>
            </a:extLst>
          </p:cNvPr>
          <p:cNvSpPr/>
          <p:nvPr/>
        </p:nvSpPr>
        <p:spPr>
          <a:xfrm>
            <a:off x="7439572" y="7148936"/>
            <a:ext cx="252000" cy="252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7217128E-7DC2-3168-9270-C4C829096388}"/>
              </a:ext>
            </a:extLst>
          </p:cNvPr>
          <p:cNvSpPr/>
          <p:nvPr/>
        </p:nvSpPr>
        <p:spPr>
          <a:xfrm>
            <a:off x="7893772" y="7561992"/>
            <a:ext cx="252000" cy="252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6A18E94E-BF4E-99BF-B9E5-C0AC772D0E6F}"/>
              </a:ext>
            </a:extLst>
          </p:cNvPr>
          <p:cNvSpPr/>
          <p:nvPr/>
        </p:nvSpPr>
        <p:spPr>
          <a:xfrm>
            <a:off x="8019772" y="7148936"/>
            <a:ext cx="252000" cy="252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1286D8A0-2C51-4074-785F-9486172F4097}"/>
              </a:ext>
            </a:extLst>
          </p:cNvPr>
          <p:cNvSpPr/>
          <p:nvPr/>
        </p:nvSpPr>
        <p:spPr>
          <a:xfrm>
            <a:off x="8347972" y="7369279"/>
            <a:ext cx="252000" cy="252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6EC55560-186E-3C80-C761-6B6377635A0B}"/>
              </a:ext>
            </a:extLst>
          </p:cNvPr>
          <p:cNvSpPr/>
          <p:nvPr/>
        </p:nvSpPr>
        <p:spPr>
          <a:xfrm>
            <a:off x="8596601" y="7007099"/>
            <a:ext cx="252000" cy="252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07BDC1C1-4478-6C79-6BFD-2526BF829C9D}"/>
              </a:ext>
            </a:extLst>
          </p:cNvPr>
          <p:cNvSpPr/>
          <p:nvPr/>
        </p:nvSpPr>
        <p:spPr>
          <a:xfrm>
            <a:off x="8154400" y="6683205"/>
            <a:ext cx="252000" cy="252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15EB222E-A86B-066C-0B75-C626A072210D}"/>
              </a:ext>
            </a:extLst>
          </p:cNvPr>
          <p:cNvSpPr/>
          <p:nvPr/>
        </p:nvSpPr>
        <p:spPr>
          <a:xfrm>
            <a:off x="7889143" y="6161339"/>
            <a:ext cx="252000" cy="252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B87A2A99-2C94-95EB-10D7-1D132BFC655E}"/>
              </a:ext>
            </a:extLst>
          </p:cNvPr>
          <p:cNvSpPr/>
          <p:nvPr/>
        </p:nvSpPr>
        <p:spPr>
          <a:xfrm>
            <a:off x="8437686" y="6343474"/>
            <a:ext cx="252000" cy="252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172C19E0-569A-1DAB-ED09-FC080B85207E}"/>
              </a:ext>
            </a:extLst>
          </p:cNvPr>
          <p:cNvSpPr/>
          <p:nvPr/>
        </p:nvSpPr>
        <p:spPr>
          <a:xfrm>
            <a:off x="8886886" y="6628525"/>
            <a:ext cx="252000" cy="252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C1A88B04-FE03-8BA1-77CF-6B8F78856D3D}"/>
              </a:ext>
            </a:extLst>
          </p:cNvPr>
          <p:cNvSpPr/>
          <p:nvPr/>
        </p:nvSpPr>
        <p:spPr>
          <a:xfrm>
            <a:off x="7515772" y="6010577"/>
            <a:ext cx="252000" cy="252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CB02F3B2-02AB-2D9F-DC75-5DDD43248242}"/>
              </a:ext>
            </a:extLst>
          </p:cNvPr>
          <p:cNvSpPr/>
          <p:nvPr/>
        </p:nvSpPr>
        <p:spPr>
          <a:xfrm>
            <a:off x="9906001" y="4400023"/>
            <a:ext cx="252000" cy="25200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7ACA6679-DDEC-D7DD-F4E8-8ECE9A5768E0}"/>
              </a:ext>
            </a:extLst>
          </p:cNvPr>
          <p:cNvSpPr/>
          <p:nvPr/>
        </p:nvSpPr>
        <p:spPr>
          <a:xfrm>
            <a:off x="9856201" y="5090102"/>
            <a:ext cx="252000" cy="25200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A6F09F4A-2B70-9CF3-4F05-14A3A9B5E5AE}"/>
              </a:ext>
            </a:extLst>
          </p:cNvPr>
          <p:cNvSpPr/>
          <p:nvPr/>
        </p:nvSpPr>
        <p:spPr>
          <a:xfrm>
            <a:off x="10310401" y="5503158"/>
            <a:ext cx="252000" cy="25200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5BE7AEC1-4D65-8AB7-502E-419852606C07}"/>
              </a:ext>
            </a:extLst>
          </p:cNvPr>
          <p:cNvSpPr/>
          <p:nvPr/>
        </p:nvSpPr>
        <p:spPr>
          <a:xfrm>
            <a:off x="10436401" y="5090102"/>
            <a:ext cx="252000" cy="25200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E800E65A-A59E-3E9D-9A06-E918A006F107}"/>
              </a:ext>
            </a:extLst>
          </p:cNvPr>
          <p:cNvSpPr/>
          <p:nvPr/>
        </p:nvSpPr>
        <p:spPr>
          <a:xfrm>
            <a:off x="11013230" y="4948265"/>
            <a:ext cx="252000" cy="25200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6BB516D4-144F-4C1B-8767-35277FA11301}"/>
              </a:ext>
            </a:extLst>
          </p:cNvPr>
          <p:cNvSpPr/>
          <p:nvPr/>
        </p:nvSpPr>
        <p:spPr>
          <a:xfrm>
            <a:off x="10571029" y="4624371"/>
            <a:ext cx="252000" cy="25200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1A5E095B-31CB-F2B0-F760-6BA580E0C9F7}"/>
              </a:ext>
            </a:extLst>
          </p:cNvPr>
          <p:cNvSpPr/>
          <p:nvPr/>
        </p:nvSpPr>
        <p:spPr>
          <a:xfrm>
            <a:off x="10305772" y="4102505"/>
            <a:ext cx="252000" cy="25200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97E10EA8-A2E5-9439-B46E-C194077258D6}"/>
              </a:ext>
            </a:extLst>
          </p:cNvPr>
          <p:cNvSpPr/>
          <p:nvPr/>
        </p:nvSpPr>
        <p:spPr>
          <a:xfrm>
            <a:off x="10854315" y="4284640"/>
            <a:ext cx="252000" cy="25200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CDFA4976-CC26-AF4C-7C04-ECB488F3852A}"/>
              </a:ext>
            </a:extLst>
          </p:cNvPr>
          <p:cNvSpPr/>
          <p:nvPr/>
        </p:nvSpPr>
        <p:spPr>
          <a:xfrm>
            <a:off x="11303515" y="4569691"/>
            <a:ext cx="252000" cy="25200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6C503C9A-A73A-E660-30C1-2E17EFE8D063}"/>
              </a:ext>
            </a:extLst>
          </p:cNvPr>
          <p:cNvSpPr/>
          <p:nvPr/>
        </p:nvSpPr>
        <p:spPr>
          <a:xfrm>
            <a:off x="9932401" y="3951743"/>
            <a:ext cx="252000" cy="25200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A3904A7-8378-A9CD-897C-85F03A5A5811}"/>
              </a:ext>
            </a:extLst>
          </p:cNvPr>
          <p:cNvSpPr txBox="1"/>
          <p:nvPr/>
        </p:nvSpPr>
        <p:spPr>
          <a:xfrm>
            <a:off x="8697098" y="7302458"/>
            <a:ext cx="8835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/>
              <a:t>Male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E9CB9D4-AB5A-477A-EDF7-79D71DD83B9A}"/>
              </a:ext>
            </a:extLst>
          </p:cNvPr>
          <p:cNvSpPr txBox="1"/>
          <p:nvPr/>
        </p:nvSpPr>
        <p:spPr>
          <a:xfrm>
            <a:off x="10923374" y="5420093"/>
            <a:ext cx="12250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/>
              <a:t>Female</a:t>
            </a: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73933693-8DB2-9CB8-6A4F-987F3F7E976B}"/>
              </a:ext>
            </a:extLst>
          </p:cNvPr>
          <p:cNvSpPr/>
          <p:nvPr/>
        </p:nvSpPr>
        <p:spPr>
          <a:xfrm>
            <a:off x="8869244" y="5629158"/>
            <a:ext cx="252000" cy="252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0D6BE2B-36B6-659F-0E12-DB13E28B4D3B}"/>
              </a:ext>
            </a:extLst>
          </p:cNvPr>
          <p:cNvSpPr txBox="1"/>
          <p:nvPr/>
        </p:nvSpPr>
        <p:spPr>
          <a:xfrm>
            <a:off x="7299584" y="4493530"/>
            <a:ext cx="15696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/>
              <a:t>Unknown</a:t>
            </a:r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CD2F18CE-FCEB-C4A3-A30B-7899BA82F6C0}"/>
              </a:ext>
            </a:extLst>
          </p:cNvPr>
          <p:cNvCxnSpPr>
            <a:stCxn id="61" idx="1"/>
            <a:endCxn id="62" idx="2"/>
          </p:cNvCxnSpPr>
          <p:nvPr/>
        </p:nvCxnSpPr>
        <p:spPr>
          <a:xfrm flipH="1" flipV="1">
            <a:off x="8084414" y="4955195"/>
            <a:ext cx="821735" cy="7108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6E65474D-F597-4C21-5979-831E7B9567DD}"/>
                  </a:ext>
                </a:extLst>
              </p14:cNvPr>
              <p14:cNvContentPartPr/>
              <p14:nvPr/>
            </p14:nvContentPartPr>
            <p14:xfrm>
              <a:off x="4052880" y="1598040"/>
              <a:ext cx="1320480" cy="120600"/>
            </p14:xfrm>
          </p:contentPart>
        </mc:Choice>
        <mc:Fallback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6E65474D-F597-4C21-5979-831E7B9567D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043520" y="1588680"/>
                <a:ext cx="1339200" cy="139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0079761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AFB48E1-B462-41AE-5474-D78359139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Euclidean Distance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4ECED05-28CC-E57D-0F7C-95F79F84FCFD}"/>
              </a:ext>
            </a:extLst>
          </p:cNvPr>
          <p:cNvCxnSpPr/>
          <p:nvPr/>
        </p:nvCxnSpPr>
        <p:spPr>
          <a:xfrm>
            <a:off x="1357460" y="7989216"/>
            <a:ext cx="6645897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D69532E-910E-F608-627A-13B610C27BC0}"/>
              </a:ext>
            </a:extLst>
          </p:cNvPr>
          <p:cNvCxnSpPr>
            <a:cxnSpLocks/>
          </p:cNvCxnSpPr>
          <p:nvPr/>
        </p:nvCxnSpPr>
        <p:spPr>
          <a:xfrm flipV="1">
            <a:off x="1586060" y="2729060"/>
            <a:ext cx="0" cy="548875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79885691-212E-40EB-897D-18D3D514DE90}"/>
              </a:ext>
            </a:extLst>
          </p:cNvPr>
          <p:cNvSpPr/>
          <p:nvPr/>
        </p:nvSpPr>
        <p:spPr>
          <a:xfrm>
            <a:off x="3425717" y="6962654"/>
            <a:ext cx="378000" cy="378000"/>
          </a:xfrm>
          <a:prstGeom prst="ellipse">
            <a:avLst/>
          </a:prstGeom>
          <a:solidFill>
            <a:srgbClr val="8155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70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415D479-7BED-6A0C-5E05-9EF89F58B5E0}"/>
              </a:ext>
            </a:extLst>
          </p:cNvPr>
          <p:cNvSpPr/>
          <p:nvPr/>
        </p:nvSpPr>
        <p:spPr>
          <a:xfrm>
            <a:off x="5912960" y="3315873"/>
            <a:ext cx="378000" cy="37800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7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C41F0A9-28F0-414B-85ED-66AE36953F05}"/>
                  </a:ext>
                </a:extLst>
              </p:cNvPr>
              <p:cNvSpPr txBox="1"/>
              <p:nvPr/>
            </p:nvSpPr>
            <p:spPr>
              <a:xfrm>
                <a:off x="3488332" y="7435219"/>
                <a:ext cx="1324850" cy="5078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sz="270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7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7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7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700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IN" sz="27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7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7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7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N" sz="2700" dirty="0"/>
                  <a:t> </a:t>
                </a: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C41F0A9-28F0-414B-85ED-66AE36953F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8332" y="7435219"/>
                <a:ext cx="1324850" cy="507831"/>
              </a:xfrm>
              <a:prstGeom prst="rect">
                <a:avLst/>
              </a:prstGeom>
              <a:blipFill>
                <a:blip r:embed="rId3"/>
                <a:stretch>
                  <a:fillRect l="-8716" t="-12048" b="-3012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9A06121-553D-E246-3FFC-57262159A64B}"/>
                  </a:ext>
                </a:extLst>
              </p:cNvPr>
              <p:cNvSpPr txBox="1"/>
              <p:nvPr/>
            </p:nvSpPr>
            <p:spPr>
              <a:xfrm>
                <a:off x="5714999" y="2546638"/>
                <a:ext cx="1340880" cy="5078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sz="270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7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7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7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700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IN" sz="27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7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7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7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N" sz="2700" dirty="0"/>
                  <a:t> </a:t>
                </a:r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9A06121-553D-E246-3FFC-57262159A6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4999" y="2546638"/>
                <a:ext cx="1340880" cy="507831"/>
              </a:xfrm>
              <a:prstGeom prst="rect">
                <a:avLst/>
              </a:prstGeom>
              <a:blipFill>
                <a:blip r:embed="rId4"/>
                <a:stretch>
                  <a:fillRect l="-8182" t="-12048" b="-3012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4EBC15D6-9AB1-5646-EBB9-69DBADC10271}"/>
                  </a:ext>
                </a:extLst>
              </p14:cNvPr>
              <p14:cNvContentPartPr/>
              <p14:nvPr/>
            </p14:nvContentPartPr>
            <p14:xfrm>
              <a:off x="-422778" y="6131907"/>
              <a:ext cx="540" cy="540"/>
            </p14:xfrm>
          </p:contentPart>
        </mc:Choice>
        <mc:Fallback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4EBC15D6-9AB1-5646-EBB9-69DBADC1027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-436278" y="6118407"/>
                <a:ext cx="27000" cy="2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360" name="Ink 359">
                <a:extLst>
                  <a:ext uri="{FF2B5EF4-FFF2-40B4-BE49-F238E27FC236}">
                    <a16:creationId xmlns:a16="http://schemas.microsoft.com/office/drawing/2014/main" id="{E1BBA1D1-BCB7-1670-293F-0681C1700C21}"/>
                  </a:ext>
                </a:extLst>
              </p14:cNvPr>
              <p14:cNvContentPartPr/>
              <p14:nvPr/>
            </p14:nvContentPartPr>
            <p14:xfrm>
              <a:off x="3576072" y="7113804"/>
              <a:ext cx="37800" cy="22680"/>
            </p14:xfrm>
          </p:contentPart>
        </mc:Choice>
        <mc:Fallback>
          <p:pic>
            <p:nvPicPr>
              <p:cNvPr id="360" name="Ink 359">
                <a:extLst>
                  <a:ext uri="{FF2B5EF4-FFF2-40B4-BE49-F238E27FC236}">
                    <a16:creationId xmlns:a16="http://schemas.microsoft.com/office/drawing/2014/main" id="{E1BBA1D1-BCB7-1670-293F-0681C1700C21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567072" y="7104804"/>
                <a:ext cx="55440" cy="4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0205E39-8D6F-14EB-3F37-2314A5C35884}"/>
                  </a:ext>
                </a:extLst>
              </p14:cNvPr>
              <p14:cNvContentPartPr/>
              <p14:nvPr/>
            </p14:nvContentPartPr>
            <p14:xfrm>
              <a:off x="60120" y="1552680"/>
              <a:ext cx="15686640" cy="82472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0205E39-8D6F-14EB-3F37-2314A5C35884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0760" y="1543320"/>
                <a:ext cx="15705360" cy="8265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390091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6EBD50-F511-FB4F-F3CD-585AB1EA5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77226-1C39-8A17-ECE4-07B7F49A8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K-NN Algorithm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F539615A-4834-3B54-1ACD-B7394C21445C}"/>
              </a:ext>
            </a:extLst>
          </p:cNvPr>
          <p:cNvCxnSpPr/>
          <p:nvPr/>
        </p:nvCxnSpPr>
        <p:spPr>
          <a:xfrm>
            <a:off x="6386286" y="8186057"/>
            <a:ext cx="6604000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304FD00-BF60-EAAA-46F7-257B1EF179CB}"/>
              </a:ext>
            </a:extLst>
          </p:cNvPr>
          <p:cNvCxnSpPr>
            <a:cxnSpLocks/>
          </p:cNvCxnSpPr>
          <p:nvPr/>
        </p:nvCxnSpPr>
        <p:spPr>
          <a:xfrm flipV="1">
            <a:off x="6698343" y="3178628"/>
            <a:ext cx="0" cy="523240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15F1D277-036E-5EFF-7867-8863EB89E130}"/>
              </a:ext>
            </a:extLst>
          </p:cNvPr>
          <p:cNvSpPr/>
          <p:nvPr/>
        </p:nvSpPr>
        <p:spPr>
          <a:xfrm>
            <a:off x="7489372" y="6458857"/>
            <a:ext cx="252000" cy="252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B43887B-45E5-B846-EB49-582744C21FE5}"/>
              </a:ext>
            </a:extLst>
          </p:cNvPr>
          <p:cNvSpPr/>
          <p:nvPr/>
        </p:nvSpPr>
        <p:spPr>
          <a:xfrm>
            <a:off x="7641772" y="6805899"/>
            <a:ext cx="252000" cy="252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6DC87FC-B14E-78F1-4C65-555EF6A07E88}"/>
              </a:ext>
            </a:extLst>
          </p:cNvPr>
          <p:cNvSpPr/>
          <p:nvPr/>
        </p:nvSpPr>
        <p:spPr>
          <a:xfrm>
            <a:off x="7237372" y="6805899"/>
            <a:ext cx="252000" cy="252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C9BAB6C-498A-43A0-0ED5-F06058A309F5}"/>
              </a:ext>
            </a:extLst>
          </p:cNvPr>
          <p:cNvSpPr/>
          <p:nvPr/>
        </p:nvSpPr>
        <p:spPr>
          <a:xfrm>
            <a:off x="7439572" y="7148936"/>
            <a:ext cx="252000" cy="252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C7C08A4-D66D-1A29-D27F-6F4A7893470A}"/>
              </a:ext>
            </a:extLst>
          </p:cNvPr>
          <p:cNvSpPr/>
          <p:nvPr/>
        </p:nvSpPr>
        <p:spPr>
          <a:xfrm>
            <a:off x="7893772" y="7561992"/>
            <a:ext cx="252000" cy="252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90782A7-96F8-750A-1A61-EF4262532A45}"/>
              </a:ext>
            </a:extLst>
          </p:cNvPr>
          <p:cNvSpPr/>
          <p:nvPr/>
        </p:nvSpPr>
        <p:spPr>
          <a:xfrm>
            <a:off x="8019772" y="7148936"/>
            <a:ext cx="252000" cy="252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DE9F31E-4739-F2B1-9CF9-C4B7D2119CFD}"/>
              </a:ext>
            </a:extLst>
          </p:cNvPr>
          <p:cNvSpPr/>
          <p:nvPr/>
        </p:nvSpPr>
        <p:spPr>
          <a:xfrm>
            <a:off x="8347972" y="7369279"/>
            <a:ext cx="252000" cy="252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DA08B47B-D042-1AAE-CEF5-AF0EF663E665}"/>
              </a:ext>
            </a:extLst>
          </p:cNvPr>
          <p:cNvSpPr/>
          <p:nvPr/>
        </p:nvSpPr>
        <p:spPr>
          <a:xfrm>
            <a:off x="8596601" y="7007099"/>
            <a:ext cx="252000" cy="252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5829FD74-321F-EF09-5E56-A45605906768}"/>
              </a:ext>
            </a:extLst>
          </p:cNvPr>
          <p:cNvSpPr/>
          <p:nvPr/>
        </p:nvSpPr>
        <p:spPr>
          <a:xfrm>
            <a:off x="8154400" y="6683205"/>
            <a:ext cx="252000" cy="252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11622B4-E6E0-B83B-946B-616CFC200D68}"/>
              </a:ext>
            </a:extLst>
          </p:cNvPr>
          <p:cNvSpPr/>
          <p:nvPr/>
        </p:nvSpPr>
        <p:spPr>
          <a:xfrm>
            <a:off x="7889143" y="6161339"/>
            <a:ext cx="252000" cy="252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A5AA19BB-7C37-1916-1C0D-9D72FE22010D}"/>
              </a:ext>
            </a:extLst>
          </p:cNvPr>
          <p:cNvSpPr/>
          <p:nvPr/>
        </p:nvSpPr>
        <p:spPr>
          <a:xfrm>
            <a:off x="8437686" y="6343474"/>
            <a:ext cx="252000" cy="252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26374E3A-ECF8-D981-F40E-34EEEF8DCCC4}"/>
              </a:ext>
            </a:extLst>
          </p:cNvPr>
          <p:cNvSpPr/>
          <p:nvPr/>
        </p:nvSpPr>
        <p:spPr>
          <a:xfrm>
            <a:off x="8886886" y="6628525"/>
            <a:ext cx="252000" cy="252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8F4D87E9-D6BE-C094-56F0-0BA6E96EDE48}"/>
              </a:ext>
            </a:extLst>
          </p:cNvPr>
          <p:cNvSpPr/>
          <p:nvPr/>
        </p:nvSpPr>
        <p:spPr>
          <a:xfrm>
            <a:off x="7515772" y="6010577"/>
            <a:ext cx="252000" cy="252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91FE3599-E942-8023-25CE-8293A02347C4}"/>
              </a:ext>
            </a:extLst>
          </p:cNvPr>
          <p:cNvSpPr/>
          <p:nvPr/>
        </p:nvSpPr>
        <p:spPr>
          <a:xfrm>
            <a:off x="9906001" y="4400023"/>
            <a:ext cx="252000" cy="25200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26B730C2-D7AB-9573-3C2D-0574D698E912}"/>
              </a:ext>
            </a:extLst>
          </p:cNvPr>
          <p:cNvSpPr/>
          <p:nvPr/>
        </p:nvSpPr>
        <p:spPr>
          <a:xfrm>
            <a:off x="9856201" y="5090102"/>
            <a:ext cx="252000" cy="25200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79D45484-6AC6-4AA8-F2A4-95C817D65DD0}"/>
              </a:ext>
            </a:extLst>
          </p:cNvPr>
          <p:cNvSpPr/>
          <p:nvPr/>
        </p:nvSpPr>
        <p:spPr>
          <a:xfrm>
            <a:off x="10310401" y="5503158"/>
            <a:ext cx="252000" cy="25200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F6252B76-56E3-EFD6-5A5E-2BE2428E4E9C}"/>
              </a:ext>
            </a:extLst>
          </p:cNvPr>
          <p:cNvSpPr/>
          <p:nvPr/>
        </p:nvSpPr>
        <p:spPr>
          <a:xfrm>
            <a:off x="10436401" y="5090102"/>
            <a:ext cx="252000" cy="25200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4664D6E8-F927-5211-63C9-9B790BD6F0AA}"/>
              </a:ext>
            </a:extLst>
          </p:cNvPr>
          <p:cNvSpPr/>
          <p:nvPr/>
        </p:nvSpPr>
        <p:spPr>
          <a:xfrm>
            <a:off x="11013230" y="4948265"/>
            <a:ext cx="252000" cy="25200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C948CBBD-1540-BADF-6FB9-C958BEF2F2C2}"/>
              </a:ext>
            </a:extLst>
          </p:cNvPr>
          <p:cNvSpPr/>
          <p:nvPr/>
        </p:nvSpPr>
        <p:spPr>
          <a:xfrm>
            <a:off x="10571029" y="4624371"/>
            <a:ext cx="252000" cy="25200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CC08F661-FA5A-91F0-AF09-29C66B1D9069}"/>
              </a:ext>
            </a:extLst>
          </p:cNvPr>
          <p:cNvSpPr/>
          <p:nvPr/>
        </p:nvSpPr>
        <p:spPr>
          <a:xfrm>
            <a:off x="10305772" y="4102505"/>
            <a:ext cx="252000" cy="25200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AD3529AF-5864-4DBF-BEEA-D201BAA75B98}"/>
              </a:ext>
            </a:extLst>
          </p:cNvPr>
          <p:cNvSpPr/>
          <p:nvPr/>
        </p:nvSpPr>
        <p:spPr>
          <a:xfrm>
            <a:off x="10854315" y="4284640"/>
            <a:ext cx="252000" cy="25200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4C141568-9D3A-8796-B4BD-25D67D0734A4}"/>
              </a:ext>
            </a:extLst>
          </p:cNvPr>
          <p:cNvSpPr/>
          <p:nvPr/>
        </p:nvSpPr>
        <p:spPr>
          <a:xfrm>
            <a:off x="11303515" y="4569691"/>
            <a:ext cx="252000" cy="25200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8C5FCED5-83C8-C98B-C443-C9523C0125AB}"/>
              </a:ext>
            </a:extLst>
          </p:cNvPr>
          <p:cNvSpPr/>
          <p:nvPr/>
        </p:nvSpPr>
        <p:spPr>
          <a:xfrm>
            <a:off x="9932401" y="3951743"/>
            <a:ext cx="252000" cy="25200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9E3B89E-AA34-4A11-3034-924322FA26D7}"/>
              </a:ext>
            </a:extLst>
          </p:cNvPr>
          <p:cNvSpPr txBox="1"/>
          <p:nvPr/>
        </p:nvSpPr>
        <p:spPr>
          <a:xfrm>
            <a:off x="8697098" y="7302458"/>
            <a:ext cx="8835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/>
              <a:t>Male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FEFF1C5-6BF9-7503-B569-B069BE6B381D}"/>
              </a:ext>
            </a:extLst>
          </p:cNvPr>
          <p:cNvSpPr txBox="1"/>
          <p:nvPr/>
        </p:nvSpPr>
        <p:spPr>
          <a:xfrm>
            <a:off x="10923374" y="5420093"/>
            <a:ext cx="12250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/>
              <a:t>Female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39B2FC59-E792-6E7A-CA4A-3B93EC84754B}"/>
              </a:ext>
            </a:extLst>
          </p:cNvPr>
          <p:cNvSpPr/>
          <p:nvPr/>
        </p:nvSpPr>
        <p:spPr>
          <a:xfrm>
            <a:off x="8869244" y="5629158"/>
            <a:ext cx="252000" cy="252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93AF9B-F4A1-D0F6-1157-F7CFC2375272}"/>
              </a:ext>
            </a:extLst>
          </p:cNvPr>
          <p:cNvSpPr txBox="1"/>
          <p:nvPr/>
        </p:nvSpPr>
        <p:spPr>
          <a:xfrm>
            <a:off x="7299584" y="4493530"/>
            <a:ext cx="15696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/>
              <a:t>Unknown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B7B6E41-D65F-9F87-B947-45ACB3EB1350}"/>
              </a:ext>
            </a:extLst>
          </p:cNvPr>
          <p:cNvCxnSpPr>
            <a:stCxn id="3" idx="1"/>
            <a:endCxn id="5" idx="2"/>
          </p:cNvCxnSpPr>
          <p:nvPr/>
        </p:nvCxnSpPr>
        <p:spPr>
          <a:xfrm flipH="1" flipV="1">
            <a:off x="8084414" y="4955195"/>
            <a:ext cx="821735" cy="7108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A326D0BA-2EDE-9C41-301A-F13D922DA2EB}"/>
                  </a:ext>
                </a:extLst>
              </p14:cNvPr>
              <p14:cNvContentPartPr/>
              <p14:nvPr/>
            </p14:nvContentPartPr>
            <p14:xfrm>
              <a:off x="1341000" y="1628280"/>
              <a:ext cx="10421640" cy="608364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A326D0BA-2EDE-9C41-301A-F13D922DA2E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31640" y="1618920"/>
                <a:ext cx="10440360" cy="6102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2766379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5CE01D-056D-44CA-9EA0-C69DBC9FA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02D55-283E-97DB-01F4-F803887036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K-NN Algorithm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F953572F-3A29-44B5-747F-0C8C6BAD8C97}"/>
              </a:ext>
            </a:extLst>
          </p:cNvPr>
          <p:cNvCxnSpPr/>
          <p:nvPr/>
        </p:nvCxnSpPr>
        <p:spPr>
          <a:xfrm>
            <a:off x="6386286" y="8186057"/>
            <a:ext cx="6604000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C57DBEF-341B-30E0-7B87-28817BF13D93}"/>
              </a:ext>
            </a:extLst>
          </p:cNvPr>
          <p:cNvCxnSpPr>
            <a:cxnSpLocks/>
          </p:cNvCxnSpPr>
          <p:nvPr/>
        </p:nvCxnSpPr>
        <p:spPr>
          <a:xfrm flipV="1">
            <a:off x="6698343" y="3178628"/>
            <a:ext cx="0" cy="523240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382BA2B6-4D77-91D4-DC49-FC6BE8770FFC}"/>
              </a:ext>
            </a:extLst>
          </p:cNvPr>
          <p:cNvSpPr/>
          <p:nvPr/>
        </p:nvSpPr>
        <p:spPr>
          <a:xfrm>
            <a:off x="7489372" y="6458857"/>
            <a:ext cx="252000" cy="252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A028861-C469-A2A9-3246-3F0FB0D66AD1}"/>
              </a:ext>
            </a:extLst>
          </p:cNvPr>
          <p:cNvSpPr/>
          <p:nvPr/>
        </p:nvSpPr>
        <p:spPr>
          <a:xfrm>
            <a:off x="7641772" y="6805899"/>
            <a:ext cx="252000" cy="252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C43910B-828F-4DBC-1D86-A045C6EDA033}"/>
              </a:ext>
            </a:extLst>
          </p:cNvPr>
          <p:cNvSpPr/>
          <p:nvPr/>
        </p:nvSpPr>
        <p:spPr>
          <a:xfrm>
            <a:off x="7237372" y="6805899"/>
            <a:ext cx="252000" cy="252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9D0A209-FA15-94BC-E22D-EBB9FAA552A9}"/>
              </a:ext>
            </a:extLst>
          </p:cNvPr>
          <p:cNvSpPr/>
          <p:nvPr/>
        </p:nvSpPr>
        <p:spPr>
          <a:xfrm>
            <a:off x="7439572" y="7148936"/>
            <a:ext cx="252000" cy="252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DEFEE8E-C11B-0E71-ECC3-D4228DCB276C}"/>
              </a:ext>
            </a:extLst>
          </p:cNvPr>
          <p:cNvSpPr/>
          <p:nvPr/>
        </p:nvSpPr>
        <p:spPr>
          <a:xfrm>
            <a:off x="7893772" y="7561992"/>
            <a:ext cx="252000" cy="252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23AD34B-761C-C52A-6C96-6FE75F87761B}"/>
              </a:ext>
            </a:extLst>
          </p:cNvPr>
          <p:cNvSpPr/>
          <p:nvPr/>
        </p:nvSpPr>
        <p:spPr>
          <a:xfrm>
            <a:off x="8019772" y="7148936"/>
            <a:ext cx="252000" cy="252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0D7ED59F-3F47-9564-B2A7-497A1DE97A8B}"/>
              </a:ext>
            </a:extLst>
          </p:cNvPr>
          <p:cNvSpPr/>
          <p:nvPr/>
        </p:nvSpPr>
        <p:spPr>
          <a:xfrm>
            <a:off x="8347972" y="7369279"/>
            <a:ext cx="252000" cy="252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7E51F214-AEAE-6D15-F158-6D42E3B9F590}"/>
              </a:ext>
            </a:extLst>
          </p:cNvPr>
          <p:cNvSpPr/>
          <p:nvPr/>
        </p:nvSpPr>
        <p:spPr>
          <a:xfrm>
            <a:off x="8596601" y="7007099"/>
            <a:ext cx="252000" cy="252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35F4D9C-D1D3-15A8-0ECF-BE38E26BBEA5}"/>
              </a:ext>
            </a:extLst>
          </p:cNvPr>
          <p:cNvSpPr/>
          <p:nvPr/>
        </p:nvSpPr>
        <p:spPr>
          <a:xfrm>
            <a:off x="8154400" y="6683205"/>
            <a:ext cx="252000" cy="252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91025E37-DD15-57C1-4CB0-085FC02EC0D5}"/>
              </a:ext>
            </a:extLst>
          </p:cNvPr>
          <p:cNvSpPr/>
          <p:nvPr/>
        </p:nvSpPr>
        <p:spPr>
          <a:xfrm>
            <a:off x="7889143" y="6161339"/>
            <a:ext cx="252000" cy="252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869CA08E-E946-4B18-1ACE-AF59555FFD97}"/>
              </a:ext>
            </a:extLst>
          </p:cNvPr>
          <p:cNvSpPr/>
          <p:nvPr/>
        </p:nvSpPr>
        <p:spPr>
          <a:xfrm>
            <a:off x="8437686" y="6343474"/>
            <a:ext cx="252000" cy="252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0CA7C2ED-00A1-90D1-0770-7CBFD93AEC32}"/>
              </a:ext>
            </a:extLst>
          </p:cNvPr>
          <p:cNvSpPr/>
          <p:nvPr/>
        </p:nvSpPr>
        <p:spPr>
          <a:xfrm>
            <a:off x="8886886" y="6628525"/>
            <a:ext cx="252000" cy="252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8E19903E-3E50-CCA3-AE2E-EC484BAD12E7}"/>
              </a:ext>
            </a:extLst>
          </p:cNvPr>
          <p:cNvSpPr/>
          <p:nvPr/>
        </p:nvSpPr>
        <p:spPr>
          <a:xfrm>
            <a:off x="7515772" y="6010577"/>
            <a:ext cx="252000" cy="252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D3B4EC9-973B-8B72-6DC5-C19BA735B140}"/>
              </a:ext>
            </a:extLst>
          </p:cNvPr>
          <p:cNvSpPr/>
          <p:nvPr/>
        </p:nvSpPr>
        <p:spPr>
          <a:xfrm>
            <a:off x="9906001" y="4400023"/>
            <a:ext cx="252000" cy="25200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D229AF36-7CB8-E5FB-5EEA-D8B339E26FDD}"/>
              </a:ext>
            </a:extLst>
          </p:cNvPr>
          <p:cNvSpPr/>
          <p:nvPr/>
        </p:nvSpPr>
        <p:spPr>
          <a:xfrm>
            <a:off x="9856201" y="5090102"/>
            <a:ext cx="252000" cy="25200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360B437-53F2-9068-5EBA-B5C39A22DA67}"/>
              </a:ext>
            </a:extLst>
          </p:cNvPr>
          <p:cNvSpPr/>
          <p:nvPr/>
        </p:nvSpPr>
        <p:spPr>
          <a:xfrm>
            <a:off x="10310401" y="5503158"/>
            <a:ext cx="252000" cy="25200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FE71E73B-9537-D312-875D-E3DED85D6C69}"/>
              </a:ext>
            </a:extLst>
          </p:cNvPr>
          <p:cNvSpPr/>
          <p:nvPr/>
        </p:nvSpPr>
        <p:spPr>
          <a:xfrm>
            <a:off x="10436401" y="5090102"/>
            <a:ext cx="252000" cy="25200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14995AEE-8DAF-23A0-2FD1-7A92FE812D81}"/>
              </a:ext>
            </a:extLst>
          </p:cNvPr>
          <p:cNvSpPr/>
          <p:nvPr/>
        </p:nvSpPr>
        <p:spPr>
          <a:xfrm>
            <a:off x="11013230" y="4948265"/>
            <a:ext cx="252000" cy="25200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9BE56DFA-9DF4-12F7-6AB4-3A5849ED3CC3}"/>
              </a:ext>
            </a:extLst>
          </p:cNvPr>
          <p:cNvSpPr/>
          <p:nvPr/>
        </p:nvSpPr>
        <p:spPr>
          <a:xfrm>
            <a:off x="10571029" y="4624371"/>
            <a:ext cx="252000" cy="25200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C819A3A4-F0B3-F9E9-9D22-D95EB0B70F5A}"/>
              </a:ext>
            </a:extLst>
          </p:cNvPr>
          <p:cNvSpPr/>
          <p:nvPr/>
        </p:nvSpPr>
        <p:spPr>
          <a:xfrm>
            <a:off x="10305772" y="4102505"/>
            <a:ext cx="252000" cy="25200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DDB5812A-650E-B111-5AB2-C24E72078C74}"/>
              </a:ext>
            </a:extLst>
          </p:cNvPr>
          <p:cNvSpPr/>
          <p:nvPr/>
        </p:nvSpPr>
        <p:spPr>
          <a:xfrm>
            <a:off x="10854315" y="4284640"/>
            <a:ext cx="252000" cy="25200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CA0F1BAF-F452-5B08-F673-F7C0C40D99D2}"/>
              </a:ext>
            </a:extLst>
          </p:cNvPr>
          <p:cNvSpPr/>
          <p:nvPr/>
        </p:nvSpPr>
        <p:spPr>
          <a:xfrm>
            <a:off x="11303515" y="4569691"/>
            <a:ext cx="252000" cy="25200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15D9EB60-5CCE-5A64-A608-3F91E0E7CBDD}"/>
              </a:ext>
            </a:extLst>
          </p:cNvPr>
          <p:cNvSpPr/>
          <p:nvPr/>
        </p:nvSpPr>
        <p:spPr>
          <a:xfrm>
            <a:off x="9932401" y="3951743"/>
            <a:ext cx="252000" cy="25200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5B4741F-4C1D-17A1-778F-7EA85A817DB7}"/>
              </a:ext>
            </a:extLst>
          </p:cNvPr>
          <p:cNvSpPr txBox="1"/>
          <p:nvPr/>
        </p:nvSpPr>
        <p:spPr>
          <a:xfrm>
            <a:off x="8697098" y="7302458"/>
            <a:ext cx="8835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/>
              <a:t>Male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2056BA2-5D16-001F-8BA4-CA342C76C976}"/>
              </a:ext>
            </a:extLst>
          </p:cNvPr>
          <p:cNvSpPr txBox="1"/>
          <p:nvPr/>
        </p:nvSpPr>
        <p:spPr>
          <a:xfrm>
            <a:off x="10923374" y="5420093"/>
            <a:ext cx="12250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/>
              <a:t>Female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1B83F0D9-B273-F11E-98AA-32CE46A244C1}"/>
              </a:ext>
            </a:extLst>
          </p:cNvPr>
          <p:cNvSpPr/>
          <p:nvPr/>
        </p:nvSpPr>
        <p:spPr>
          <a:xfrm>
            <a:off x="8869244" y="5629158"/>
            <a:ext cx="252000" cy="252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88CDBB8-9278-A8C3-BBF7-548114F867BE}"/>
              </a:ext>
            </a:extLst>
          </p:cNvPr>
          <p:cNvSpPr/>
          <p:nvPr/>
        </p:nvSpPr>
        <p:spPr>
          <a:xfrm>
            <a:off x="7767772" y="6010577"/>
            <a:ext cx="503999" cy="511572"/>
          </a:xfrm>
          <a:prstGeom prst="ellipse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132DCB8F-6FB7-6B36-2C0D-704DBE0F98BA}"/>
              </a:ext>
            </a:extLst>
          </p:cNvPr>
          <p:cNvSpPr/>
          <p:nvPr/>
        </p:nvSpPr>
        <p:spPr>
          <a:xfrm>
            <a:off x="8311686" y="6209361"/>
            <a:ext cx="503999" cy="511572"/>
          </a:xfrm>
          <a:prstGeom prst="ellipse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28A3B60-D0E3-0CF1-4F62-29E975D07114}"/>
              </a:ext>
            </a:extLst>
          </p:cNvPr>
          <p:cNvSpPr/>
          <p:nvPr/>
        </p:nvSpPr>
        <p:spPr>
          <a:xfrm>
            <a:off x="8760886" y="6522283"/>
            <a:ext cx="503999" cy="511572"/>
          </a:xfrm>
          <a:prstGeom prst="ellipse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0260E1DD-0C45-FC27-3F17-82EA8A1BA75A}"/>
              </a:ext>
            </a:extLst>
          </p:cNvPr>
          <p:cNvSpPr/>
          <p:nvPr/>
        </p:nvSpPr>
        <p:spPr>
          <a:xfrm>
            <a:off x="9680402" y="4914985"/>
            <a:ext cx="503999" cy="511572"/>
          </a:xfrm>
          <a:prstGeom prst="ellipse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DF2E378D-A3DB-83F4-5530-FAC1196458AE}"/>
              </a:ext>
            </a:extLst>
          </p:cNvPr>
          <p:cNvSpPr/>
          <p:nvPr/>
        </p:nvSpPr>
        <p:spPr>
          <a:xfrm>
            <a:off x="10158001" y="5342102"/>
            <a:ext cx="503999" cy="511572"/>
          </a:xfrm>
          <a:prstGeom prst="ellipse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45DAE7A2-2D75-730A-069E-57DC170AA439}"/>
                  </a:ext>
                </a:extLst>
              </p14:cNvPr>
              <p14:cNvContentPartPr/>
              <p14:nvPr/>
            </p14:nvContentPartPr>
            <p14:xfrm>
              <a:off x="11334600" y="1728000"/>
              <a:ext cx="6685560" cy="231660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45DAE7A2-2D75-730A-069E-57DC170AA43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325240" y="1718640"/>
                <a:ext cx="6704280" cy="2335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7042610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93C1BE-A285-DB1C-4448-8F83D22CEB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C2A70-17E9-CAB2-022E-7750DD74F1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K-NN Algorithm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952EDCEE-8B4A-3805-F54A-16F803EAEE01}"/>
              </a:ext>
            </a:extLst>
          </p:cNvPr>
          <p:cNvCxnSpPr/>
          <p:nvPr/>
        </p:nvCxnSpPr>
        <p:spPr>
          <a:xfrm>
            <a:off x="6386286" y="8186057"/>
            <a:ext cx="6604000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A25FE57-06BE-3217-C2FA-1EAE5163D764}"/>
              </a:ext>
            </a:extLst>
          </p:cNvPr>
          <p:cNvCxnSpPr>
            <a:cxnSpLocks/>
          </p:cNvCxnSpPr>
          <p:nvPr/>
        </p:nvCxnSpPr>
        <p:spPr>
          <a:xfrm flipV="1">
            <a:off x="6698343" y="3178628"/>
            <a:ext cx="0" cy="523240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78DFE63B-237E-CD34-595B-4A8D5CF90454}"/>
              </a:ext>
            </a:extLst>
          </p:cNvPr>
          <p:cNvSpPr/>
          <p:nvPr/>
        </p:nvSpPr>
        <p:spPr>
          <a:xfrm>
            <a:off x="7489372" y="6458857"/>
            <a:ext cx="252000" cy="252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93BD7F7-16E2-8D9D-C32B-FFEF6D5CBA59}"/>
              </a:ext>
            </a:extLst>
          </p:cNvPr>
          <p:cNvSpPr/>
          <p:nvPr/>
        </p:nvSpPr>
        <p:spPr>
          <a:xfrm>
            <a:off x="7641772" y="6805899"/>
            <a:ext cx="252000" cy="252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62FE5FB-225C-4DBE-9FF9-09010C930BAD}"/>
              </a:ext>
            </a:extLst>
          </p:cNvPr>
          <p:cNvSpPr/>
          <p:nvPr/>
        </p:nvSpPr>
        <p:spPr>
          <a:xfrm>
            <a:off x="7237372" y="6805899"/>
            <a:ext cx="252000" cy="252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B0FADA3-46F5-B976-7F6D-C64ACA6F44CA}"/>
              </a:ext>
            </a:extLst>
          </p:cNvPr>
          <p:cNvSpPr/>
          <p:nvPr/>
        </p:nvSpPr>
        <p:spPr>
          <a:xfrm>
            <a:off x="7439572" y="7148936"/>
            <a:ext cx="252000" cy="252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5DE8A41-BD96-7E7C-D25A-7BB8475393D7}"/>
              </a:ext>
            </a:extLst>
          </p:cNvPr>
          <p:cNvSpPr/>
          <p:nvPr/>
        </p:nvSpPr>
        <p:spPr>
          <a:xfrm>
            <a:off x="7893772" y="7561992"/>
            <a:ext cx="252000" cy="252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2E994ED-2E9B-304D-B3B4-AF07446273C7}"/>
              </a:ext>
            </a:extLst>
          </p:cNvPr>
          <p:cNvSpPr/>
          <p:nvPr/>
        </p:nvSpPr>
        <p:spPr>
          <a:xfrm>
            <a:off x="8019772" y="7148936"/>
            <a:ext cx="252000" cy="252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A62BAADD-082E-9BD0-ACD6-73F0BB1B6F77}"/>
              </a:ext>
            </a:extLst>
          </p:cNvPr>
          <p:cNvSpPr/>
          <p:nvPr/>
        </p:nvSpPr>
        <p:spPr>
          <a:xfrm>
            <a:off x="8347972" y="7369279"/>
            <a:ext cx="252000" cy="252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1687AF9-E4CF-E648-6D25-DA1922A65F0E}"/>
              </a:ext>
            </a:extLst>
          </p:cNvPr>
          <p:cNvSpPr/>
          <p:nvPr/>
        </p:nvSpPr>
        <p:spPr>
          <a:xfrm>
            <a:off x="8596601" y="7007099"/>
            <a:ext cx="252000" cy="252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F8A253B5-0A80-F283-7F1F-518569B0DF5A}"/>
              </a:ext>
            </a:extLst>
          </p:cNvPr>
          <p:cNvSpPr/>
          <p:nvPr/>
        </p:nvSpPr>
        <p:spPr>
          <a:xfrm>
            <a:off x="8154400" y="6683205"/>
            <a:ext cx="252000" cy="252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180789B-6B73-A92A-58A9-5350B261DA0E}"/>
              </a:ext>
            </a:extLst>
          </p:cNvPr>
          <p:cNvSpPr/>
          <p:nvPr/>
        </p:nvSpPr>
        <p:spPr>
          <a:xfrm>
            <a:off x="7889143" y="6161339"/>
            <a:ext cx="252000" cy="252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53E2F0D-F2D7-7D3A-47C8-63FF1C469684}"/>
              </a:ext>
            </a:extLst>
          </p:cNvPr>
          <p:cNvSpPr/>
          <p:nvPr/>
        </p:nvSpPr>
        <p:spPr>
          <a:xfrm>
            <a:off x="8437686" y="6343474"/>
            <a:ext cx="252000" cy="252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72C7CC8-0D8E-F6A4-2F0D-06FD6DC10E8E}"/>
              </a:ext>
            </a:extLst>
          </p:cNvPr>
          <p:cNvSpPr/>
          <p:nvPr/>
        </p:nvSpPr>
        <p:spPr>
          <a:xfrm>
            <a:off x="8886886" y="6628525"/>
            <a:ext cx="252000" cy="252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EC8134CE-1296-BCEC-0D17-4A3329757067}"/>
              </a:ext>
            </a:extLst>
          </p:cNvPr>
          <p:cNvSpPr/>
          <p:nvPr/>
        </p:nvSpPr>
        <p:spPr>
          <a:xfrm>
            <a:off x="7515772" y="6010577"/>
            <a:ext cx="252000" cy="252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C8DABBF5-D36A-3993-6BE2-7E9E9930BBF0}"/>
              </a:ext>
            </a:extLst>
          </p:cNvPr>
          <p:cNvSpPr/>
          <p:nvPr/>
        </p:nvSpPr>
        <p:spPr>
          <a:xfrm>
            <a:off x="9906001" y="4400023"/>
            <a:ext cx="252000" cy="25200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FFFCE1F1-922E-BC70-3CE0-EE7C7C31B3D3}"/>
              </a:ext>
            </a:extLst>
          </p:cNvPr>
          <p:cNvSpPr/>
          <p:nvPr/>
        </p:nvSpPr>
        <p:spPr>
          <a:xfrm>
            <a:off x="9856201" y="5090102"/>
            <a:ext cx="252000" cy="25200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FABD46F7-E235-5A92-5F1E-736FDC098FB7}"/>
              </a:ext>
            </a:extLst>
          </p:cNvPr>
          <p:cNvSpPr/>
          <p:nvPr/>
        </p:nvSpPr>
        <p:spPr>
          <a:xfrm>
            <a:off x="10310401" y="5503158"/>
            <a:ext cx="252000" cy="25200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94F7C870-555A-1CAA-A937-F2F682E54B16}"/>
              </a:ext>
            </a:extLst>
          </p:cNvPr>
          <p:cNvSpPr/>
          <p:nvPr/>
        </p:nvSpPr>
        <p:spPr>
          <a:xfrm>
            <a:off x="10436401" y="5090102"/>
            <a:ext cx="252000" cy="25200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7BE0A2F1-54D6-B74B-51A1-13056DD04A48}"/>
              </a:ext>
            </a:extLst>
          </p:cNvPr>
          <p:cNvSpPr/>
          <p:nvPr/>
        </p:nvSpPr>
        <p:spPr>
          <a:xfrm>
            <a:off x="11013230" y="4948265"/>
            <a:ext cx="252000" cy="25200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5F1092A3-BCF3-3B55-2E2F-6052337FF7AE}"/>
              </a:ext>
            </a:extLst>
          </p:cNvPr>
          <p:cNvSpPr/>
          <p:nvPr/>
        </p:nvSpPr>
        <p:spPr>
          <a:xfrm>
            <a:off x="10571029" y="4624371"/>
            <a:ext cx="252000" cy="25200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5ED356F9-72D8-137A-3025-A932577C4353}"/>
              </a:ext>
            </a:extLst>
          </p:cNvPr>
          <p:cNvSpPr/>
          <p:nvPr/>
        </p:nvSpPr>
        <p:spPr>
          <a:xfrm>
            <a:off x="10305772" y="4102505"/>
            <a:ext cx="252000" cy="25200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440F1FB4-5AD7-E0A7-398E-D87459324FF6}"/>
              </a:ext>
            </a:extLst>
          </p:cNvPr>
          <p:cNvSpPr/>
          <p:nvPr/>
        </p:nvSpPr>
        <p:spPr>
          <a:xfrm>
            <a:off x="10854315" y="4284640"/>
            <a:ext cx="252000" cy="25200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E0BD6A6F-3259-1C75-B4A6-F49203256AD1}"/>
              </a:ext>
            </a:extLst>
          </p:cNvPr>
          <p:cNvSpPr/>
          <p:nvPr/>
        </p:nvSpPr>
        <p:spPr>
          <a:xfrm>
            <a:off x="11303515" y="4569691"/>
            <a:ext cx="252000" cy="25200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792D7D9E-0025-466C-576A-3645DA4D0C1C}"/>
              </a:ext>
            </a:extLst>
          </p:cNvPr>
          <p:cNvSpPr/>
          <p:nvPr/>
        </p:nvSpPr>
        <p:spPr>
          <a:xfrm>
            <a:off x="9932401" y="3951743"/>
            <a:ext cx="252000" cy="25200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9CD6B73-43D9-1FC8-FF98-B1853D065C8B}"/>
              </a:ext>
            </a:extLst>
          </p:cNvPr>
          <p:cNvSpPr txBox="1"/>
          <p:nvPr/>
        </p:nvSpPr>
        <p:spPr>
          <a:xfrm>
            <a:off x="8697098" y="7302458"/>
            <a:ext cx="8835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/>
              <a:t>Male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058E11E-EB31-6532-E574-3DBC8B5D7C7A}"/>
              </a:ext>
            </a:extLst>
          </p:cNvPr>
          <p:cNvSpPr txBox="1"/>
          <p:nvPr/>
        </p:nvSpPr>
        <p:spPr>
          <a:xfrm>
            <a:off x="10923374" y="5420093"/>
            <a:ext cx="12250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/>
              <a:t>Female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E0FAA73A-402F-AE3C-BDA8-ED6670709C4D}"/>
              </a:ext>
            </a:extLst>
          </p:cNvPr>
          <p:cNvSpPr/>
          <p:nvPr/>
        </p:nvSpPr>
        <p:spPr>
          <a:xfrm>
            <a:off x="8869244" y="5629158"/>
            <a:ext cx="252000" cy="252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010963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16326" y="3966748"/>
            <a:ext cx="15773400" cy="1988345"/>
          </a:xfrm>
        </p:spPr>
        <p:txBody>
          <a:bodyPr/>
          <a:lstStyle/>
          <a:p>
            <a:pPr algn="ctr"/>
            <a:r>
              <a:rPr lang="en-US" b="1" dirty="0"/>
              <a:t>Let’s build K-NN for Face Recognition</a:t>
            </a:r>
          </a:p>
        </p:txBody>
      </p:sp>
    </p:spTree>
    <p:extLst>
      <p:ext uri="{BB962C8B-B14F-4D97-AF65-F5344CB8AC3E}">
        <p14:creationId xmlns:p14="http://schemas.microsoft.com/office/powerpoint/2010/main" val="46921560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7300" y="365942"/>
            <a:ext cx="15773400" cy="1988345"/>
          </a:xfrm>
        </p:spPr>
        <p:txBody>
          <a:bodyPr/>
          <a:lstStyle/>
          <a:p>
            <a:r>
              <a:rPr lang="en-US" dirty="0"/>
              <a:t>Recognition Algorithm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288673" y="3924848"/>
            <a:ext cx="1579908" cy="514419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 dirty="0"/>
          </a:p>
        </p:txBody>
      </p:sp>
      <p:sp>
        <p:nvSpPr>
          <p:cNvPr id="21" name="Right Arrow 20"/>
          <p:cNvSpPr/>
          <p:nvPr/>
        </p:nvSpPr>
        <p:spPr>
          <a:xfrm>
            <a:off x="11099945" y="3924849"/>
            <a:ext cx="1642020" cy="514419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 dirty="0"/>
          </a:p>
        </p:txBody>
      </p:sp>
      <p:grpSp>
        <p:nvGrpSpPr>
          <p:cNvPr id="28" name="Group 27"/>
          <p:cNvGrpSpPr/>
          <p:nvPr/>
        </p:nvGrpSpPr>
        <p:grpSpPr>
          <a:xfrm>
            <a:off x="1093303" y="2168960"/>
            <a:ext cx="4174433" cy="4013181"/>
            <a:chOff x="437322" y="1764024"/>
            <a:chExt cx="2782955" cy="2675454"/>
          </a:xfrm>
        </p:grpSpPr>
        <p:grpSp>
          <p:nvGrpSpPr>
            <p:cNvPr id="24" name="Group 23"/>
            <p:cNvGrpSpPr/>
            <p:nvPr/>
          </p:nvGrpSpPr>
          <p:grpSpPr>
            <a:xfrm>
              <a:off x="437322" y="1764024"/>
              <a:ext cx="2782955" cy="2231507"/>
              <a:chOff x="437322" y="1764024"/>
              <a:chExt cx="2782955" cy="2231507"/>
            </a:xfrm>
          </p:grpSpPr>
          <p:sp>
            <p:nvSpPr>
              <p:cNvPr id="14" name="Rectangle 13"/>
              <p:cNvSpPr/>
              <p:nvPr/>
            </p:nvSpPr>
            <p:spPr>
              <a:xfrm>
                <a:off x="437322" y="1764024"/>
                <a:ext cx="2782955" cy="2231507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700" dirty="0"/>
              </a:p>
            </p:txBody>
          </p:sp>
          <p:pic>
            <p:nvPicPr>
              <p:cNvPr id="15" name="Picture 14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90331" y="1803780"/>
                <a:ext cx="2700762" cy="2158171"/>
              </a:xfrm>
              <a:prstGeom prst="rect">
                <a:avLst/>
              </a:prstGeom>
            </p:spPr>
          </p:pic>
        </p:grpSp>
        <p:sp>
          <p:nvSpPr>
            <p:cNvPr id="25" name="Rectangle 24"/>
            <p:cNvSpPr/>
            <p:nvPr/>
          </p:nvSpPr>
          <p:spPr>
            <a:xfrm>
              <a:off x="437322" y="4014959"/>
              <a:ext cx="2782322" cy="424519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b="1" dirty="0"/>
                <a:t>Input Image</a:t>
              </a:r>
            </a:p>
          </p:txBody>
        </p:sp>
      </p:grpSp>
      <p:sp>
        <p:nvSpPr>
          <p:cNvPr id="16" name="Rectangle 15"/>
          <p:cNvSpPr/>
          <p:nvPr/>
        </p:nvSpPr>
        <p:spPr>
          <a:xfrm>
            <a:off x="6890470" y="2228594"/>
            <a:ext cx="4174433" cy="334726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 dirty="0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034" t="18831" r="16361" b="13722"/>
          <a:stretch/>
        </p:blipFill>
        <p:spPr>
          <a:xfrm>
            <a:off x="7474176" y="2415519"/>
            <a:ext cx="3098025" cy="3118407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6889004" y="5575855"/>
            <a:ext cx="4173483" cy="63677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/>
              <a:t>Detect Face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787031" y="2188838"/>
            <a:ext cx="4174433" cy="334726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 dirty="0"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060" t="18501" r="15295" b="12409"/>
          <a:stretch/>
        </p:blipFill>
        <p:spPr>
          <a:xfrm>
            <a:off x="13468213" y="2400301"/>
            <a:ext cx="3035036" cy="3014663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12784615" y="5536098"/>
            <a:ext cx="4176848" cy="85502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/>
              <a:t>Identify Shape or Transforming</a:t>
            </a:r>
          </a:p>
        </p:txBody>
      </p:sp>
      <p:cxnSp>
        <p:nvCxnSpPr>
          <p:cNvPr id="33" name="Curved Connector 32"/>
          <p:cNvCxnSpPr/>
          <p:nvPr/>
        </p:nvCxnSpPr>
        <p:spPr>
          <a:xfrm rot="5400000">
            <a:off x="14531115" y="7736749"/>
            <a:ext cx="672639" cy="11204"/>
          </a:xfrm>
          <a:prstGeom prst="curvedConnector3">
            <a:avLst>
              <a:gd name="adj1" fmla="val 50000"/>
            </a:avLst>
          </a:prstGeom>
          <a:ln w="762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13290748" y="9523400"/>
            <a:ext cx="3738459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700" b="1" dirty="0">
                <a:solidFill>
                  <a:schemeClr val="accent1">
                    <a:lumMod val="50000"/>
                  </a:schemeClr>
                </a:solidFill>
              </a:rPr>
              <a:t>Deep Neural Network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8499084" y="7855337"/>
            <a:ext cx="4886325" cy="487997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700" dirty="0">
                <a:solidFill>
                  <a:srgbClr val="FFFF00"/>
                </a:solidFill>
              </a:rPr>
              <a:t>0.96, 0.56, 0.176, 0.784 ….. 0.49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184369" y="8440912"/>
            <a:ext cx="1276311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700" dirty="0"/>
              <a:t>1 x 128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477889" y="6576527"/>
            <a:ext cx="5980676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700" dirty="0"/>
              <a:t>Regression model with Deep Learning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87509" y="6296008"/>
            <a:ext cx="3712876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700" dirty="0" err="1"/>
              <a:t>Haar</a:t>
            </a:r>
            <a:r>
              <a:rPr lang="en-US" sz="2700" dirty="0"/>
              <a:t> Cascade Classifier</a:t>
            </a:r>
          </a:p>
        </p:txBody>
      </p:sp>
      <p:sp>
        <p:nvSpPr>
          <p:cNvPr id="7" name="Oval 6"/>
          <p:cNvSpPr/>
          <p:nvPr/>
        </p:nvSpPr>
        <p:spPr>
          <a:xfrm>
            <a:off x="4423696" y="7085489"/>
            <a:ext cx="2025572" cy="1909421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700" dirty="0">
                <a:solidFill>
                  <a:srgbClr val="FFFF00"/>
                </a:solidFill>
              </a:rPr>
              <a:t>ML</a:t>
            </a:r>
          </a:p>
        </p:txBody>
      </p:sp>
      <p:cxnSp>
        <p:nvCxnSpPr>
          <p:cNvPr id="29" name="Curved Connector 28"/>
          <p:cNvCxnSpPr/>
          <p:nvPr/>
        </p:nvCxnSpPr>
        <p:spPr>
          <a:xfrm rot="10800000">
            <a:off x="6685487" y="8060705"/>
            <a:ext cx="1577379" cy="77258"/>
          </a:xfrm>
          <a:prstGeom prst="curvedConnector3">
            <a:avLst>
              <a:gd name="adj1" fmla="val 50000"/>
            </a:avLst>
          </a:prstGeom>
          <a:ln w="762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urved Connector 29"/>
          <p:cNvCxnSpPr/>
          <p:nvPr/>
        </p:nvCxnSpPr>
        <p:spPr>
          <a:xfrm rot="10800000">
            <a:off x="2610095" y="7471512"/>
            <a:ext cx="1577382" cy="592305"/>
          </a:xfrm>
          <a:prstGeom prst="curvedConnector3">
            <a:avLst>
              <a:gd name="adj1" fmla="val 50000"/>
            </a:avLst>
          </a:prstGeom>
          <a:ln w="762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urved Connector 30"/>
          <p:cNvCxnSpPr/>
          <p:nvPr/>
        </p:nvCxnSpPr>
        <p:spPr>
          <a:xfrm rot="10800000" flipV="1">
            <a:off x="2610096" y="8137433"/>
            <a:ext cx="1577379" cy="411801"/>
          </a:xfrm>
          <a:prstGeom prst="curvedConnector3">
            <a:avLst>
              <a:gd name="adj1" fmla="val 50000"/>
            </a:avLst>
          </a:prstGeom>
          <a:ln w="762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618957" y="7139441"/>
            <a:ext cx="914033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700" dirty="0"/>
              <a:t>Male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52987" y="8272235"/>
            <a:ext cx="1277914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700" dirty="0"/>
              <a:t>Female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6E7B236B-D8C4-56A0-EB4A-4B692E0B9C23}"/>
                  </a:ext>
                </a:extLst>
              </p14:cNvPr>
              <p14:cNvContentPartPr/>
              <p14:nvPr/>
            </p14:nvContentPartPr>
            <p14:xfrm>
              <a:off x="4924080" y="7424640"/>
              <a:ext cx="914400" cy="41220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6E7B236B-D8C4-56A0-EB4A-4B692E0B9C2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914720" y="7415280"/>
                <a:ext cx="933120" cy="430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20087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21" grpId="0" animBg="1"/>
      <p:bldP spid="67" grpId="0"/>
    </p:bld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leelawadee">
      <a:majorFont>
        <a:latin typeface="Leelawadee"/>
        <a:ea typeface=""/>
        <a:cs typeface=""/>
      </a:majorFont>
      <a:minorFont>
        <a:latin typeface="Leelawadee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1522</TotalTime>
  <Words>1671</Words>
  <Application>Microsoft Office PowerPoint</Application>
  <PresentationFormat>Custom</PresentationFormat>
  <Paragraphs>423</Paragraphs>
  <Slides>65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65</vt:i4>
      </vt:variant>
    </vt:vector>
  </HeadingPairs>
  <TitlesOfParts>
    <vt:vector size="76" baseType="lpstr">
      <vt:lpstr>Agency FB</vt:lpstr>
      <vt:lpstr>Aptos</vt:lpstr>
      <vt:lpstr>Arial</vt:lpstr>
      <vt:lpstr>Californian FB</vt:lpstr>
      <vt:lpstr>Cambria Math</vt:lpstr>
      <vt:lpstr>Courier New</vt:lpstr>
      <vt:lpstr>Leelawadee</vt:lpstr>
      <vt:lpstr>Leelawadee UI Semilight</vt:lpstr>
      <vt:lpstr>Univers-Light-Normal</vt:lpstr>
      <vt:lpstr>Wingdings</vt:lpstr>
      <vt:lpstr>Office Theme</vt:lpstr>
      <vt:lpstr>Machine Learning</vt:lpstr>
      <vt:lpstr> Concepts</vt:lpstr>
      <vt:lpstr>Data Science</vt:lpstr>
      <vt:lpstr>PowerPoint Presentation</vt:lpstr>
      <vt:lpstr>100+ AI tool available in market</vt:lpstr>
      <vt:lpstr>Data</vt:lpstr>
      <vt:lpstr>Learning from Data</vt:lpstr>
      <vt:lpstr>Data Science</vt:lpstr>
      <vt:lpstr>Raw Data</vt:lpstr>
      <vt:lpstr>Preparing</vt:lpstr>
      <vt:lpstr>Learning from Data</vt:lpstr>
      <vt:lpstr>PowerPoint Presentation</vt:lpstr>
      <vt:lpstr>PowerPoint Presentation</vt:lpstr>
      <vt:lpstr>Data Analysis Life cycle</vt:lpstr>
      <vt:lpstr>Statistics for Data understanding</vt:lpstr>
      <vt:lpstr>Statistics for Data understanding</vt:lpstr>
      <vt:lpstr>Data Analysis Life cycle</vt:lpstr>
      <vt:lpstr>Data Science</vt:lpstr>
      <vt:lpstr>Where it is used</vt:lpstr>
      <vt:lpstr>Regression: Predictive Maintenance</vt:lpstr>
      <vt:lpstr>IDENTIFYING CRITICAL PARAMETERS</vt:lpstr>
      <vt:lpstr>Features</vt:lpstr>
      <vt:lpstr>Regression and Time series for prediction</vt:lpstr>
      <vt:lpstr>Where it is used</vt:lpstr>
      <vt:lpstr>PowerPoint Presentation</vt:lpstr>
      <vt:lpstr>Classification</vt:lpstr>
      <vt:lpstr>Classification</vt:lpstr>
      <vt:lpstr>Where it is used</vt:lpstr>
      <vt:lpstr>Clustering</vt:lpstr>
      <vt:lpstr>Rules – Recommendation system</vt:lpstr>
      <vt:lpstr>PowerPoint Presentation</vt:lpstr>
      <vt:lpstr>PowerPoint Presentation</vt:lpstr>
      <vt:lpstr>PowerPoint Presentation</vt:lpstr>
      <vt:lpstr>Face Recognition</vt:lpstr>
      <vt:lpstr>How computer see person ?</vt:lpstr>
      <vt:lpstr>PowerPoint Presentation</vt:lpstr>
      <vt:lpstr>PowerPoint Presentation</vt:lpstr>
      <vt:lpstr>Image</vt:lpstr>
      <vt:lpstr>Color Space</vt:lpstr>
      <vt:lpstr>Basics of Image Processing</vt:lpstr>
      <vt:lpstr>PowerPoint Presentation</vt:lpstr>
      <vt:lpstr>Use of Grayscale image</vt:lpstr>
      <vt:lpstr>Deeper into Image</vt:lpstr>
      <vt:lpstr>PIXELS</vt:lpstr>
      <vt:lpstr>PIXELS</vt:lpstr>
      <vt:lpstr>Array in graphical representation</vt:lpstr>
      <vt:lpstr>Information in Image</vt:lpstr>
      <vt:lpstr>PowerPoint Presentation</vt:lpstr>
      <vt:lpstr>PowerPoint Presentation</vt:lpstr>
      <vt:lpstr>Train images or arrays</vt:lpstr>
      <vt:lpstr>Face ?</vt:lpstr>
      <vt:lpstr>PowerPoint Presentation</vt:lpstr>
      <vt:lpstr>Recognition Algorithm</vt:lpstr>
      <vt:lpstr>Recognition Algorithm</vt:lpstr>
      <vt:lpstr>Let’s Building Face Recognition Model</vt:lpstr>
      <vt:lpstr>K- Nearest Neighbor  Algorithm</vt:lpstr>
      <vt:lpstr>PowerPoint Presentation</vt:lpstr>
      <vt:lpstr>What K-NN does for you</vt:lpstr>
      <vt:lpstr>What K-NN does for you</vt:lpstr>
      <vt:lpstr>Euclidean Distance</vt:lpstr>
      <vt:lpstr>K-NN Algorithm</vt:lpstr>
      <vt:lpstr>K-NN Algorithm</vt:lpstr>
      <vt:lpstr>K-NN Algorithm</vt:lpstr>
      <vt:lpstr>Let’s build K-NN for Face Recognition</vt:lpstr>
      <vt:lpstr>Recognition Algorithm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3137</dc:creator>
  <cp:lastModifiedBy>3137</cp:lastModifiedBy>
  <cp:revision>144</cp:revision>
  <dcterms:created xsi:type="dcterms:W3CDTF">2025-01-12T16:28:05Z</dcterms:created>
  <dcterms:modified xsi:type="dcterms:W3CDTF">2025-03-09T08:22:55Z</dcterms:modified>
</cp:coreProperties>
</file>