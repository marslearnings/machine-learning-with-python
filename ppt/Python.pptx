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9" r:id="rId3"/>
    <p:sldId id="257" r:id="rId4"/>
    <p:sldId id="258" r:id="rId5"/>
    <p:sldId id="273" r:id="rId6"/>
    <p:sldId id="297" r:id="rId7"/>
    <p:sldId id="274" r:id="rId8"/>
    <p:sldId id="275" r:id="rId9"/>
    <p:sldId id="290" r:id="rId10"/>
    <p:sldId id="277" r:id="rId11"/>
    <p:sldId id="286" r:id="rId12"/>
    <p:sldId id="287" r:id="rId13"/>
    <p:sldId id="288" r:id="rId14"/>
    <p:sldId id="289" r:id="rId15"/>
    <p:sldId id="291" r:id="rId16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17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09C4"/>
    <a:srgbClr val="4169E1"/>
    <a:srgbClr val="196B24"/>
    <a:srgbClr val="0E415A"/>
    <a:srgbClr val="EEE7E6"/>
    <a:srgbClr val="FFFFFF"/>
    <a:srgbClr val="1D02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31" autoAdjust="0"/>
  </p:normalViewPr>
  <p:slideViewPr>
    <p:cSldViewPr snapToGrid="0" showGuides="1">
      <p:cViewPr varScale="1">
        <p:scale>
          <a:sx n="62" d="100"/>
          <a:sy n="62" d="100"/>
        </p:scale>
        <p:origin x="1140" y="84"/>
      </p:cViewPr>
      <p:guideLst>
        <p:guide orient="horz" pos="3217"/>
        <p:guide pos="57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B4065D-716A-4B4D-AC51-EEAE7BB5C6D8}" type="doc">
      <dgm:prSet loTypeId="urn:microsoft.com/office/officeart/2005/8/layout/vList3" loCatId="list" qsTypeId="urn:microsoft.com/office/officeart/2005/8/quickstyle/simple5" qsCatId="simple" csTypeId="urn:microsoft.com/office/officeart/2005/8/colors/accent0_2" csCatId="mainScheme" phldr="1"/>
      <dgm:spPr/>
    </dgm:pt>
    <dgm:pt modelId="{5565B334-FFB4-40C8-BD78-33DCD8B554D7}">
      <dgm:prSet phldrT="[Text]"/>
      <dgm:spPr/>
      <dgm:t>
        <a:bodyPr/>
        <a:lstStyle/>
        <a:p>
          <a:r>
            <a:rPr lang="en-IN" dirty="0"/>
            <a:t>Websites</a:t>
          </a:r>
        </a:p>
      </dgm:t>
    </dgm:pt>
    <dgm:pt modelId="{1050A7D8-444F-400A-B2E1-1DF0F3D35E0C}" type="parTrans" cxnId="{FC448D8B-8276-4868-81CB-332D8334F083}">
      <dgm:prSet/>
      <dgm:spPr/>
      <dgm:t>
        <a:bodyPr/>
        <a:lstStyle/>
        <a:p>
          <a:endParaRPr lang="en-IN"/>
        </a:p>
      </dgm:t>
    </dgm:pt>
    <dgm:pt modelId="{06252B58-2198-4998-910D-523191B6F963}" type="sibTrans" cxnId="{FC448D8B-8276-4868-81CB-332D8334F083}">
      <dgm:prSet/>
      <dgm:spPr/>
      <dgm:t>
        <a:bodyPr/>
        <a:lstStyle/>
        <a:p>
          <a:endParaRPr lang="en-IN"/>
        </a:p>
      </dgm:t>
    </dgm:pt>
    <dgm:pt modelId="{FF9A762F-EE67-4771-82BD-8032816CB61D}">
      <dgm:prSet phldrT="[Text]"/>
      <dgm:spPr/>
      <dgm:t>
        <a:bodyPr/>
        <a:lstStyle/>
        <a:p>
          <a:r>
            <a:rPr lang="en-IN" dirty="0"/>
            <a:t>Documents</a:t>
          </a:r>
        </a:p>
      </dgm:t>
    </dgm:pt>
    <dgm:pt modelId="{80AB1802-F55D-4773-9E28-E51CC4D62AA3}" type="parTrans" cxnId="{90189F88-02AF-427C-B0A4-69137C0B2373}">
      <dgm:prSet/>
      <dgm:spPr/>
      <dgm:t>
        <a:bodyPr/>
        <a:lstStyle/>
        <a:p>
          <a:endParaRPr lang="en-IN"/>
        </a:p>
      </dgm:t>
    </dgm:pt>
    <dgm:pt modelId="{B39D50E2-561C-4045-8D0C-768E9A9FDA00}" type="sibTrans" cxnId="{90189F88-02AF-427C-B0A4-69137C0B2373}">
      <dgm:prSet/>
      <dgm:spPr/>
      <dgm:t>
        <a:bodyPr/>
        <a:lstStyle/>
        <a:p>
          <a:endParaRPr lang="en-IN"/>
        </a:p>
      </dgm:t>
    </dgm:pt>
    <dgm:pt modelId="{67916929-EFD9-43FF-BD24-0CA628AEC718}">
      <dgm:prSet phldrT="[Text]"/>
      <dgm:spPr/>
      <dgm:t>
        <a:bodyPr/>
        <a:lstStyle/>
        <a:p>
          <a:r>
            <a:rPr lang="en-IN" dirty="0"/>
            <a:t>Books</a:t>
          </a:r>
        </a:p>
      </dgm:t>
    </dgm:pt>
    <dgm:pt modelId="{9E776CDF-DD3E-4E3C-A2B5-0A9DAE3CC968}" type="parTrans" cxnId="{B72FC2F1-F6B5-4414-BE07-B252FE0863BC}">
      <dgm:prSet/>
      <dgm:spPr/>
      <dgm:t>
        <a:bodyPr/>
        <a:lstStyle/>
        <a:p>
          <a:endParaRPr lang="en-IN"/>
        </a:p>
      </dgm:t>
    </dgm:pt>
    <dgm:pt modelId="{43FAFF30-FA6B-40BD-8F91-5261D089CB99}" type="sibTrans" cxnId="{B72FC2F1-F6B5-4414-BE07-B252FE0863BC}">
      <dgm:prSet/>
      <dgm:spPr/>
      <dgm:t>
        <a:bodyPr/>
        <a:lstStyle/>
        <a:p>
          <a:endParaRPr lang="en-IN"/>
        </a:p>
      </dgm:t>
    </dgm:pt>
    <dgm:pt modelId="{91B97DB8-8FF7-4A4D-8496-5FD00B3C9CB0}">
      <dgm:prSet phldrT="[Text]"/>
      <dgm:spPr/>
      <dgm:t>
        <a:bodyPr/>
        <a:lstStyle/>
        <a:p>
          <a:r>
            <a:rPr lang="en-IN" dirty="0"/>
            <a:t>Notes</a:t>
          </a:r>
        </a:p>
      </dgm:t>
    </dgm:pt>
    <dgm:pt modelId="{61782964-3025-4CEC-9E4F-766CEEFAEB3F}" type="parTrans" cxnId="{CCE685A7-C740-480E-A0BD-6BFAB45DF614}">
      <dgm:prSet/>
      <dgm:spPr/>
      <dgm:t>
        <a:bodyPr/>
        <a:lstStyle/>
        <a:p>
          <a:endParaRPr lang="en-IN"/>
        </a:p>
      </dgm:t>
    </dgm:pt>
    <dgm:pt modelId="{527FB506-18D3-401F-8DCE-DD6130E544D9}" type="sibTrans" cxnId="{CCE685A7-C740-480E-A0BD-6BFAB45DF614}">
      <dgm:prSet/>
      <dgm:spPr/>
      <dgm:t>
        <a:bodyPr/>
        <a:lstStyle/>
        <a:p>
          <a:endParaRPr lang="en-IN"/>
        </a:p>
      </dgm:t>
    </dgm:pt>
    <dgm:pt modelId="{E4F10F1B-0C56-4293-8E2E-411E601B79D4}">
      <dgm:prSet phldrT="[Text]"/>
      <dgm:spPr/>
      <dgm:t>
        <a:bodyPr/>
        <a:lstStyle/>
        <a:p>
          <a:r>
            <a:rPr lang="en-IN" dirty="0"/>
            <a:t>Presentation</a:t>
          </a:r>
        </a:p>
      </dgm:t>
    </dgm:pt>
    <dgm:pt modelId="{AF964191-4514-404E-8460-626C34347350}" type="parTrans" cxnId="{4F3A3995-0D2E-4E12-85E3-96BCB08120F1}">
      <dgm:prSet/>
      <dgm:spPr/>
      <dgm:t>
        <a:bodyPr/>
        <a:lstStyle/>
        <a:p>
          <a:endParaRPr lang="en-IN"/>
        </a:p>
      </dgm:t>
    </dgm:pt>
    <dgm:pt modelId="{9B4762B5-7114-406D-963C-BEDDBEB62DB6}" type="sibTrans" cxnId="{4F3A3995-0D2E-4E12-85E3-96BCB08120F1}">
      <dgm:prSet/>
      <dgm:spPr/>
      <dgm:t>
        <a:bodyPr/>
        <a:lstStyle/>
        <a:p>
          <a:endParaRPr lang="en-IN"/>
        </a:p>
      </dgm:t>
    </dgm:pt>
    <dgm:pt modelId="{CA2D10BC-BE0D-44BF-BFEE-C7EFD4345F41}">
      <dgm:prSet phldrT="[Text]"/>
      <dgm:spPr/>
      <dgm:t>
        <a:bodyPr/>
        <a:lstStyle/>
        <a:p>
          <a:r>
            <a:rPr lang="en-IN" dirty="0"/>
            <a:t>Emails</a:t>
          </a:r>
        </a:p>
      </dgm:t>
    </dgm:pt>
    <dgm:pt modelId="{18570D8F-DB41-4F86-95C4-FA1F7C4529F4}" type="parTrans" cxnId="{D277CC8C-B00B-4C79-A46B-A88F17633C30}">
      <dgm:prSet/>
      <dgm:spPr/>
      <dgm:t>
        <a:bodyPr/>
        <a:lstStyle/>
        <a:p>
          <a:endParaRPr lang="en-IN"/>
        </a:p>
      </dgm:t>
    </dgm:pt>
    <dgm:pt modelId="{C8E29975-98AE-4BCC-AE3F-ECB7920307E3}" type="sibTrans" cxnId="{D277CC8C-B00B-4C79-A46B-A88F17633C30}">
      <dgm:prSet/>
      <dgm:spPr/>
      <dgm:t>
        <a:bodyPr/>
        <a:lstStyle/>
        <a:p>
          <a:endParaRPr lang="en-IN"/>
        </a:p>
      </dgm:t>
    </dgm:pt>
    <dgm:pt modelId="{14A2D918-879C-4EF1-809D-AEF8B6AE766C}" type="pres">
      <dgm:prSet presAssocID="{4CB4065D-716A-4B4D-AC51-EEAE7BB5C6D8}" presName="linearFlow" presStyleCnt="0">
        <dgm:presLayoutVars>
          <dgm:dir/>
          <dgm:resizeHandles val="exact"/>
        </dgm:presLayoutVars>
      </dgm:prSet>
      <dgm:spPr/>
    </dgm:pt>
    <dgm:pt modelId="{C7C8133A-7667-4877-8A1C-2508FBB1376F}" type="pres">
      <dgm:prSet presAssocID="{5565B334-FFB4-40C8-BD78-33DCD8B554D7}" presName="composite" presStyleCnt="0"/>
      <dgm:spPr/>
    </dgm:pt>
    <dgm:pt modelId="{653BCB61-6BDD-4786-BF58-B81F0546029A}" type="pres">
      <dgm:prSet presAssocID="{5565B334-FFB4-40C8-BD78-33DCD8B554D7}" presName="imgShp" presStyleLbl="fgImgPlace1" presStyleIdx="0" presStyleCnt="6"/>
      <dgm:spPr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 with solid fill"/>
        </a:ext>
      </dgm:extLst>
    </dgm:pt>
    <dgm:pt modelId="{1F7C0539-7A1A-44E4-8DCD-0988681E1414}" type="pres">
      <dgm:prSet presAssocID="{5565B334-FFB4-40C8-BD78-33DCD8B554D7}" presName="txShp" presStyleLbl="node1" presStyleIdx="0" presStyleCnt="6">
        <dgm:presLayoutVars>
          <dgm:bulletEnabled val="1"/>
        </dgm:presLayoutVars>
      </dgm:prSet>
      <dgm:spPr/>
    </dgm:pt>
    <dgm:pt modelId="{614D25A2-C9FE-4914-A835-40FD48429BCE}" type="pres">
      <dgm:prSet presAssocID="{06252B58-2198-4998-910D-523191B6F963}" presName="spacing" presStyleCnt="0"/>
      <dgm:spPr/>
    </dgm:pt>
    <dgm:pt modelId="{8A21E29D-80DD-4254-95E0-183A640849C2}" type="pres">
      <dgm:prSet presAssocID="{FF9A762F-EE67-4771-82BD-8032816CB61D}" presName="composite" presStyleCnt="0"/>
      <dgm:spPr/>
    </dgm:pt>
    <dgm:pt modelId="{A1AAD1F4-1DB8-450B-A933-61419B5462A5}" type="pres">
      <dgm:prSet presAssocID="{FF9A762F-EE67-4771-82BD-8032816CB61D}" presName="imgShp" presStyleLbl="fgImgPlace1" presStyleIdx="1" presStyleCnt="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outline"/>
        </a:ext>
      </dgm:extLst>
    </dgm:pt>
    <dgm:pt modelId="{15E575A8-0023-408B-BFA0-E8DEBABB70DF}" type="pres">
      <dgm:prSet presAssocID="{FF9A762F-EE67-4771-82BD-8032816CB61D}" presName="txShp" presStyleLbl="node1" presStyleIdx="1" presStyleCnt="6">
        <dgm:presLayoutVars>
          <dgm:bulletEnabled val="1"/>
        </dgm:presLayoutVars>
      </dgm:prSet>
      <dgm:spPr/>
    </dgm:pt>
    <dgm:pt modelId="{019FAB52-EA93-4691-810E-16E56730A42C}" type="pres">
      <dgm:prSet presAssocID="{B39D50E2-561C-4045-8D0C-768E9A9FDA00}" presName="spacing" presStyleCnt="0"/>
      <dgm:spPr/>
    </dgm:pt>
    <dgm:pt modelId="{8B23C278-3108-41D8-ACE2-D25D3A6A353E}" type="pres">
      <dgm:prSet presAssocID="{91B97DB8-8FF7-4A4D-8496-5FD00B3C9CB0}" presName="composite" presStyleCnt="0"/>
      <dgm:spPr/>
    </dgm:pt>
    <dgm:pt modelId="{A0ABF201-4D69-461F-8C8D-071C2CDD6688}" type="pres">
      <dgm:prSet presAssocID="{91B97DB8-8FF7-4A4D-8496-5FD00B3C9CB0}" presName="imgShp" presStyleLbl="fgImgPlace1" presStyleIdx="2" presStyleCnt="6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with solid fill"/>
        </a:ext>
      </dgm:extLst>
    </dgm:pt>
    <dgm:pt modelId="{22777079-3421-4A80-AC35-C5A98AE9579C}" type="pres">
      <dgm:prSet presAssocID="{91B97DB8-8FF7-4A4D-8496-5FD00B3C9CB0}" presName="txShp" presStyleLbl="node1" presStyleIdx="2" presStyleCnt="6">
        <dgm:presLayoutVars>
          <dgm:bulletEnabled val="1"/>
        </dgm:presLayoutVars>
      </dgm:prSet>
      <dgm:spPr/>
    </dgm:pt>
    <dgm:pt modelId="{A3D223E2-9B1E-4ACA-9A1B-E3CE422D7557}" type="pres">
      <dgm:prSet presAssocID="{527FB506-18D3-401F-8DCE-DD6130E544D9}" presName="spacing" presStyleCnt="0"/>
      <dgm:spPr/>
    </dgm:pt>
    <dgm:pt modelId="{4F040556-576F-43C7-A20B-93899D0CC4FA}" type="pres">
      <dgm:prSet presAssocID="{67916929-EFD9-43FF-BD24-0CA628AEC718}" presName="composite" presStyleCnt="0"/>
      <dgm:spPr/>
    </dgm:pt>
    <dgm:pt modelId="{6CFC7AF4-9402-4160-8847-136AB83B2EA3}" type="pres">
      <dgm:prSet presAssocID="{67916929-EFD9-43FF-BD24-0CA628AEC718}" presName="imgShp" presStyleLbl="fgImgPlace1" presStyleIdx="3" presStyleCnt="6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with solid fill"/>
        </a:ext>
      </dgm:extLst>
    </dgm:pt>
    <dgm:pt modelId="{8056E645-2ED2-49A6-871B-2FA529B6926E}" type="pres">
      <dgm:prSet presAssocID="{67916929-EFD9-43FF-BD24-0CA628AEC718}" presName="txShp" presStyleLbl="node1" presStyleIdx="3" presStyleCnt="6">
        <dgm:presLayoutVars>
          <dgm:bulletEnabled val="1"/>
        </dgm:presLayoutVars>
      </dgm:prSet>
      <dgm:spPr/>
    </dgm:pt>
    <dgm:pt modelId="{A3D4640F-4E87-4CF1-9656-146D4FF61918}" type="pres">
      <dgm:prSet presAssocID="{43FAFF30-FA6B-40BD-8F91-5261D089CB99}" presName="spacing" presStyleCnt="0"/>
      <dgm:spPr/>
    </dgm:pt>
    <dgm:pt modelId="{3BD1D6BB-8AC4-4536-85AA-21D08CA5CF8A}" type="pres">
      <dgm:prSet presAssocID="{E4F10F1B-0C56-4293-8E2E-411E601B79D4}" presName="composite" presStyleCnt="0"/>
      <dgm:spPr/>
    </dgm:pt>
    <dgm:pt modelId="{7D130FA8-4D13-464E-8777-F803E34AB205}" type="pres">
      <dgm:prSet presAssocID="{E4F10F1B-0C56-4293-8E2E-411E601B79D4}" presName="imgShp" presStyleLbl="fgImgPlace1" presStyleIdx="4" presStyleCnt="6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jector screen with solid fill"/>
        </a:ext>
      </dgm:extLst>
    </dgm:pt>
    <dgm:pt modelId="{564519C0-7319-4651-B084-E081B5B321A2}" type="pres">
      <dgm:prSet presAssocID="{E4F10F1B-0C56-4293-8E2E-411E601B79D4}" presName="txShp" presStyleLbl="node1" presStyleIdx="4" presStyleCnt="6">
        <dgm:presLayoutVars>
          <dgm:bulletEnabled val="1"/>
        </dgm:presLayoutVars>
      </dgm:prSet>
      <dgm:spPr/>
    </dgm:pt>
    <dgm:pt modelId="{9A74B28A-1D4C-464A-A8F0-41376A8098C2}" type="pres">
      <dgm:prSet presAssocID="{9B4762B5-7114-406D-963C-BEDDBEB62DB6}" presName="spacing" presStyleCnt="0"/>
      <dgm:spPr/>
    </dgm:pt>
    <dgm:pt modelId="{8195592E-6D7A-4B70-B760-BE86E8DB1225}" type="pres">
      <dgm:prSet presAssocID="{CA2D10BC-BE0D-44BF-BFEE-C7EFD4345F41}" presName="composite" presStyleCnt="0"/>
      <dgm:spPr/>
    </dgm:pt>
    <dgm:pt modelId="{C3F43EF0-6E6B-4FB2-9F68-03DA792BFC7E}" type="pres">
      <dgm:prSet presAssocID="{CA2D10BC-BE0D-44BF-BFEE-C7EFD4345F41}" presName="imgShp" presStyleLbl="fgImgPlace1" presStyleIdx="5" presStyleCnt="6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 with solid fill"/>
        </a:ext>
      </dgm:extLst>
    </dgm:pt>
    <dgm:pt modelId="{4B17C5B1-C73D-4749-A4F3-61587121ECBB}" type="pres">
      <dgm:prSet presAssocID="{CA2D10BC-BE0D-44BF-BFEE-C7EFD4345F41}" presName="txShp" presStyleLbl="node1" presStyleIdx="5" presStyleCnt="6">
        <dgm:presLayoutVars>
          <dgm:bulletEnabled val="1"/>
        </dgm:presLayoutVars>
      </dgm:prSet>
      <dgm:spPr/>
    </dgm:pt>
  </dgm:ptLst>
  <dgm:cxnLst>
    <dgm:cxn modelId="{03DB0404-2CEF-4FC1-B026-2286D5374EAD}" type="presOf" srcId="{4CB4065D-716A-4B4D-AC51-EEAE7BB5C6D8}" destId="{14A2D918-879C-4EF1-809D-AEF8B6AE766C}" srcOrd="0" destOrd="0" presId="urn:microsoft.com/office/officeart/2005/8/layout/vList3"/>
    <dgm:cxn modelId="{14170206-1B8F-47FB-A0DB-C277E8F6C0CC}" type="presOf" srcId="{FF9A762F-EE67-4771-82BD-8032816CB61D}" destId="{15E575A8-0023-408B-BFA0-E8DEBABB70DF}" srcOrd="0" destOrd="0" presId="urn:microsoft.com/office/officeart/2005/8/layout/vList3"/>
    <dgm:cxn modelId="{79AB4E5E-B883-4962-B5A2-DB868922EF11}" type="presOf" srcId="{E4F10F1B-0C56-4293-8E2E-411E601B79D4}" destId="{564519C0-7319-4651-B084-E081B5B321A2}" srcOrd="0" destOrd="0" presId="urn:microsoft.com/office/officeart/2005/8/layout/vList3"/>
    <dgm:cxn modelId="{A8CD2856-BDC9-4E7B-A42C-D2C3067FEE02}" type="presOf" srcId="{67916929-EFD9-43FF-BD24-0CA628AEC718}" destId="{8056E645-2ED2-49A6-871B-2FA529B6926E}" srcOrd="0" destOrd="0" presId="urn:microsoft.com/office/officeart/2005/8/layout/vList3"/>
    <dgm:cxn modelId="{90189F88-02AF-427C-B0A4-69137C0B2373}" srcId="{4CB4065D-716A-4B4D-AC51-EEAE7BB5C6D8}" destId="{FF9A762F-EE67-4771-82BD-8032816CB61D}" srcOrd="1" destOrd="0" parTransId="{80AB1802-F55D-4773-9E28-E51CC4D62AA3}" sibTransId="{B39D50E2-561C-4045-8D0C-768E9A9FDA00}"/>
    <dgm:cxn modelId="{FC448D8B-8276-4868-81CB-332D8334F083}" srcId="{4CB4065D-716A-4B4D-AC51-EEAE7BB5C6D8}" destId="{5565B334-FFB4-40C8-BD78-33DCD8B554D7}" srcOrd="0" destOrd="0" parTransId="{1050A7D8-444F-400A-B2E1-1DF0F3D35E0C}" sibTransId="{06252B58-2198-4998-910D-523191B6F963}"/>
    <dgm:cxn modelId="{D277CC8C-B00B-4C79-A46B-A88F17633C30}" srcId="{4CB4065D-716A-4B4D-AC51-EEAE7BB5C6D8}" destId="{CA2D10BC-BE0D-44BF-BFEE-C7EFD4345F41}" srcOrd="5" destOrd="0" parTransId="{18570D8F-DB41-4F86-95C4-FA1F7C4529F4}" sibTransId="{C8E29975-98AE-4BCC-AE3F-ECB7920307E3}"/>
    <dgm:cxn modelId="{4F3A3995-0D2E-4E12-85E3-96BCB08120F1}" srcId="{4CB4065D-716A-4B4D-AC51-EEAE7BB5C6D8}" destId="{E4F10F1B-0C56-4293-8E2E-411E601B79D4}" srcOrd="4" destOrd="0" parTransId="{AF964191-4514-404E-8460-626C34347350}" sibTransId="{9B4762B5-7114-406D-963C-BEDDBEB62DB6}"/>
    <dgm:cxn modelId="{A1D6AD9A-AEA8-4A3D-B5D9-DC0408E52E8D}" type="presOf" srcId="{91B97DB8-8FF7-4A4D-8496-5FD00B3C9CB0}" destId="{22777079-3421-4A80-AC35-C5A98AE9579C}" srcOrd="0" destOrd="0" presId="urn:microsoft.com/office/officeart/2005/8/layout/vList3"/>
    <dgm:cxn modelId="{CCE685A7-C740-480E-A0BD-6BFAB45DF614}" srcId="{4CB4065D-716A-4B4D-AC51-EEAE7BB5C6D8}" destId="{91B97DB8-8FF7-4A4D-8496-5FD00B3C9CB0}" srcOrd="2" destOrd="0" parTransId="{61782964-3025-4CEC-9E4F-766CEEFAEB3F}" sibTransId="{527FB506-18D3-401F-8DCE-DD6130E544D9}"/>
    <dgm:cxn modelId="{63D7BBBD-DCC4-4648-82DE-1DFF875281EF}" type="presOf" srcId="{CA2D10BC-BE0D-44BF-BFEE-C7EFD4345F41}" destId="{4B17C5B1-C73D-4749-A4F3-61587121ECBB}" srcOrd="0" destOrd="0" presId="urn:microsoft.com/office/officeart/2005/8/layout/vList3"/>
    <dgm:cxn modelId="{FCBBDECD-23A6-44A4-9F9B-0FF7847556C0}" type="presOf" srcId="{5565B334-FFB4-40C8-BD78-33DCD8B554D7}" destId="{1F7C0539-7A1A-44E4-8DCD-0988681E1414}" srcOrd="0" destOrd="0" presId="urn:microsoft.com/office/officeart/2005/8/layout/vList3"/>
    <dgm:cxn modelId="{B72FC2F1-F6B5-4414-BE07-B252FE0863BC}" srcId="{4CB4065D-716A-4B4D-AC51-EEAE7BB5C6D8}" destId="{67916929-EFD9-43FF-BD24-0CA628AEC718}" srcOrd="3" destOrd="0" parTransId="{9E776CDF-DD3E-4E3C-A2B5-0A9DAE3CC968}" sibTransId="{43FAFF30-FA6B-40BD-8F91-5261D089CB99}"/>
    <dgm:cxn modelId="{569CA753-4C72-431B-996D-B6DD60CE1CC9}" type="presParOf" srcId="{14A2D918-879C-4EF1-809D-AEF8B6AE766C}" destId="{C7C8133A-7667-4877-8A1C-2508FBB1376F}" srcOrd="0" destOrd="0" presId="urn:microsoft.com/office/officeart/2005/8/layout/vList3"/>
    <dgm:cxn modelId="{E5D469F3-F3E9-4D24-8BD5-CD662B0FD6E6}" type="presParOf" srcId="{C7C8133A-7667-4877-8A1C-2508FBB1376F}" destId="{653BCB61-6BDD-4786-BF58-B81F0546029A}" srcOrd="0" destOrd="0" presId="urn:microsoft.com/office/officeart/2005/8/layout/vList3"/>
    <dgm:cxn modelId="{BB4D74FB-C638-4323-BC7C-7A46668519EE}" type="presParOf" srcId="{C7C8133A-7667-4877-8A1C-2508FBB1376F}" destId="{1F7C0539-7A1A-44E4-8DCD-0988681E1414}" srcOrd="1" destOrd="0" presId="urn:microsoft.com/office/officeart/2005/8/layout/vList3"/>
    <dgm:cxn modelId="{6E1AD04E-108B-40E2-93D5-E614AF367127}" type="presParOf" srcId="{14A2D918-879C-4EF1-809D-AEF8B6AE766C}" destId="{614D25A2-C9FE-4914-A835-40FD48429BCE}" srcOrd="1" destOrd="0" presId="urn:microsoft.com/office/officeart/2005/8/layout/vList3"/>
    <dgm:cxn modelId="{2A04EF11-DFC3-4C35-99B6-6104F787E4CC}" type="presParOf" srcId="{14A2D918-879C-4EF1-809D-AEF8B6AE766C}" destId="{8A21E29D-80DD-4254-95E0-183A640849C2}" srcOrd="2" destOrd="0" presId="urn:microsoft.com/office/officeart/2005/8/layout/vList3"/>
    <dgm:cxn modelId="{7E9182A8-92CE-4435-AE61-19BC344B8762}" type="presParOf" srcId="{8A21E29D-80DD-4254-95E0-183A640849C2}" destId="{A1AAD1F4-1DB8-450B-A933-61419B5462A5}" srcOrd="0" destOrd="0" presId="urn:microsoft.com/office/officeart/2005/8/layout/vList3"/>
    <dgm:cxn modelId="{909FB8AF-F891-4DDC-8110-4A432DCCE942}" type="presParOf" srcId="{8A21E29D-80DD-4254-95E0-183A640849C2}" destId="{15E575A8-0023-408B-BFA0-E8DEBABB70DF}" srcOrd="1" destOrd="0" presId="urn:microsoft.com/office/officeart/2005/8/layout/vList3"/>
    <dgm:cxn modelId="{51435113-9A5B-49A8-916E-970C691A50C0}" type="presParOf" srcId="{14A2D918-879C-4EF1-809D-AEF8B6AE766C}" destId="{019FAB52-EA93-4691-810E-16E56730A42C}" srcOrd="3" destOrd="0" presId="urn:microsoft.com/office/officeart/2005/8/layout/vList3"/>
    <dgm:cxn modelId="{DB884D71-4399-458D-8E24-DDA3A3F4D12F}" type="presParOf" srcId="{14A2D918-879C-4EF1-809D-AEF8B6AE766C}" destId="{8B23C278-3108-41D8-ACE2-D25D3A6A353E}" srcOrd="4" destOrd="0" presId="urn:microsoft.com/office/officeart/2005/8/layout/vList3"/>
    <dgm:cxn modelId="{B9CB2DEE-C04F-46D7-A736-FB41AE27E340}" type="presParOf" srcId="{8B23C278-3108-41D8-ACE2-D25D3A6A353E}" destId="{A0ABF201-4D69-461F-8C8D-071C2CDD6688}" srcOrd="0" destOrd="0" presId="urn:microsoft.com/office/officeart/2005/8/layout/vList3"/>
    <dgm:cxn modelId="{A8EE7F7E-66F6-4A4E-831C-FDA778C090CB}" type="presParOf" srcId="{8B23C278-3108-41D8-ACE2-D25D3A6A353E}" destId="{22777079-3421-4A80-AC35-C5A98AE9579C}" srcOrd="1" destOrd="0" presId="urn:microsoft.com/office/officeart/2005/8/layout/vList3"/>
    <dgm:cxn modelId="{B704D0A5-6C36-497F-B2CA-049FE3D54C51}" type="presParOf" srcId="{14A2D918-879C-4EF1-809D-AEF8B6AE766C}" destId="{A3D223E2-9B1E-4ACA-9A1B-E3CE422D7557}" srcOrd="5" destOrd="0" presId="urn:microsoft.com/office/officeart/2005/8/layout/vList3"/>
    <dgm:cxn modelId="{93DEE4A1-BE4F-42BD-8530-8B548A4DD99F}" type="presParOf" srcId="{14A2D918-879C-4EF1-809D-AEF8B6AE766C}" destId="{4F040556-576F-43C7-A20B-93899D0CC4FA}" srcOrd="6" destOrd="0" presId="urn:microsoft.com/office/officeart/2005/8/layout/vList3"/>
    <dgm:cxn modelId="{BB2A96F6-142B-48BB-AA15-106ABB47CBCA}" type="presParOf" srcId="{4F040556-576F-43C7-A20B-93899D0CC4FA}" destId="{6CFC7AF4-9402-4160-8847-136AB83B2EA3}" srcOrd="0" destOrd="0" presId="urn:microsoft.com/office/officeart/2005/8/layout/vList3"/>
    <dgm:cxn modelId="{0A7AFD66-FA15-469E-8A78-0B3C8E3BD296}" type="presParOf" srcId="{4F040556-576F-43C7-A20B-93899D0CC4FA}" destId="{8056E645-2ED2-49A6-871B-2FA529B6926E}" srcOrd="1" destOrd="0" presId="urn:microsoft.com/office/officeart/2005/8/layout/vList3"/>
    <dgm:cxn modelId="{D6D2D7B3-2842-4791-B700-091CBBB4F1F2}" type="presParOf" srcId="{14A2D918-879C-4EF1-809D-AEF8B6AE766C}" destId="{A3D4640F-4E87-4CF1-9656-146D4FF61918}" srcOrd="7" destOrd="0" presId="urn:microsoft.com/office/officeart/2005/8/layout/vList3"/>
    <dgm:cxn modelId="{703F5427-3654-4600-AF04-B6976C004D31}" type="presParOf" srcId="{14A2D918-879C-4EF1-809D-AEF8B6AE766C}" destId="{3BD1D6BB-8AC4-4536-85AA-21D08CA5CF8A}" srcOrd="8" destOrd="0" presId="urn:microsoft.com/office/officeart/2005/8/layout/vList3"/>
    <dgm:cxn modelId="{939AE573-4E10-40CC-93CA-F868C6EAD2A7}" type="presParOf" srcId="{3BD1D6BB-8AC4-4536-85AA-21D08CA5CF8A}" destId="{7D130FA8-4D13-464E-8777-F803E34AB205}" srcOrd="0" destOrd="0" presId="urn:microsoft.com/office/officeart/2005/8/layout/vList3"/>
    <dgm:cxn modelId="{92823160-A63F-4974-8B51-45D11A94D861}" type="presParOf" srcId="{3BD1D6BB-8AC4-4536-85AA-21D08CA5CF8A}" destId="{564519C0-7319-4651-B084-E081B5B321A2}" srcOrd="1" destOrd="0" presId="urn:microsoft.com/office/officeart/2005/8/layout/vList3"/>
    <dgm:cxn modelId="{F10D4810-1722-45EC-B451-8CCF2121ED0B}" type="presParOf" srcId="{14A2D918-879C-4EF1-809D-AEF8B6AE766C}" destId="{9A74B28A-1D4C-464A-A8F0-41376A8098C2}" srcOrd="9" destOrd="0" presId="urn:microsoft.com/office/officeart/2005/8/layout/vList3"/>
    <dgm:cxn modelId="{12C8E868-4D79-4E78-9907-3C4252064C4C}" type="presParOf" srcId="{14A2D918-879C-4EF1-809D-AEF8B6AE766C}" destId="{8195592E-6D7A-4B70-B760-BE86E8DB1225}" srcOrd="10" destOrd="0" presId="urn:microsoft.com/office/officeart/2005/8/layout/vList3"/>
    <dgm:cxn modelId="{93B2148E-CE3F-46EE-9575-91135475FAB2}" type="presParOf" srcId="{8195592E-6D7A-4B70-B760-BE86E8DB1225}" destId="{C3F43EF0-6E6B-4FB2-9F68-03DA792BFC7E}" srcOrd="0" destOrd="0" presId="urn:microsoft.com/office/officeart/2005/8/layout/vList3"/>
    <dgm:cxn modelId="{8BE20431-E7AD-4D94-B47E-C834E4CDF88E}" type="presParOf" srcId="{8195592E-6D7A-4B70-B760-BE86E8DB1225}" destId="{4B17C5B1-C73D-4749-A4F3-61587121ECBB}" srcOrd="1" destOrd="0" presId="urn:microsoft.com/office/officeart/2005/8/layout/vList3"/>
  </dgm:cxnLst>
  <dgm:bg>
    <a:solidFill>
      <a:schemeClr val="bg1"/>
    </a:soli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7C0539-7A1A-44E4-8DCD-0988681E1414}">
      <dsp:nvSpPr>
        <dsp:cNvPr id="0" name=""/>
        <dsp:cNvSpPr/>
      </dsp:nvSpPr>
      <dsp:spPr>
        <a:xfrm rot="10800000">
          <a:off x="2217686" y="906"/>
          <a:ext cx="8078723" cy="73128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2474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Websites</a:t>
          </a:r>
        </a:p>
      </dsp:txBody>
      <dsp:txXfrm rot="10800000">
        <a:off x="2400506" y="906"/>
        <a:ext cx="7895903" cy="731280"/>
      </dsp:txXfrm>
    </dsp:sp>
    <dsp:sp modelId="{653BCB61-6BDD-4786-BF58-B81F0546029A}">
      <dsp:nvSpPr>
        <dsp:cNvPr id="0" name=""/>
        <dsp:cNvSpPr/>
      </dsp:nvSpPr>
      <dsp:spPr>
        <a:xfrm>
          <a:off x="1852046" y="906"/>
          <a:ext cx="731280" cy="731280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5E575A8-0023-408B-BFA0-E8DEBABB70DF}">
      <dsp:nvSpPr>
        <dsp:cNvPr id="0" name=""/>
        <dsp:cNvSpPr/>
      </dsp:nvSpPr>
      <dsp:spPr>
        <a:xfrm rot="10800000">
          <a:off x="2217686" y="950479"/>
          <a:ext cx="8078723" cy="73128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2474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Documents</a:t>
          </a:r>
        </a:p>
      </dsp:txBody>
      <dsp:txXfrm rot="10800000">
        <a:off x="2400506" y="950479"/>
        <a:ext cx="7895903" cy="731280"/>
      </dsp:txXfrm>
    </dsp:sp>
    <dsp:sp modelId="{A1AAD1F4-1DB8-450B-A933-61419B5462A5}">
      <dsp:nvSpPr>
        <dsp:cNvPr id="0" name=""/>
        <dsp:cNvSpPr/>
      </dsp:nvSpPr>
      <dsp:spPr>
        <a:xfrm>
          <a:off x="1852046" y="950479"/>
          <a:ext cx="731280" cy="731280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22777079-3421-4A80-AC35-C5A98AE9579C}">
      <dsp:nvSpPr>
        <dsp:cNvPr id="0" name=""/>
        <dsp:cNvSpPr/>
      </dsp:nvSpPr>
      <dsp:spPr>
        <a:xfrm rot="10800000">
          <a:off x="2217686" y="1900052"/>
          <a:ext cx="8078723" cy="73128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2474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Notes</a:t>
          </a:r>
        </a:p>
      </dsp:txBody>
      <dsp:txXfrm rot="10800000">
        <a:off x="2400506" y="1900052"/>
        <a:ext cx="7895903" cy="731280"/>
      </dsp:txXfrm>
    </dsp:sp>
    <dsp:sp modelId="{A0ABF201-4D69-461F-8C8D-071C2CDD6688}">
      <dsp:nvSpPr>
        <dsp:cNvPr id="0" name=""/>
        <dsp:cNvSpPr/>
      </dsp:nvSpPr>
      <dsp:spPr>
        <a:xfrm>
          <a:off x="1852046" y="1900052"/>
          <a:ext cx="731280" cy="731280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056E645-2ED2-49A6-871B-2FA529B6926E}">
      <dsp:nvSpPr>
        <dsp:cNvPr id="0" name=""/>
        <dsp:cNvSpPr/>
      </dsp:nvSpPr>
      <dsp:spPr>
        <a:xfrm rot="10800000">
          <a:off x="2217686" y="2849624"/>
          <a:ext cx="8078723" cy="73128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2474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Books</a:t>
          </a:r>
        </a:p>
      </dsp:txBody>
      <dsp:txXfrm rot="10800000">
        <a:off x="2400506" y="2849624"/>
        <a:ext cx="7895903" cy="731280"/>
      </dsp:txXfrm>
    </dsp:sp>
    <dsp:sp modelId="{6CFC7AF4-9402-4160-8847-136AB83B2EA3}">
      <dsp:nvSpPr>
        <dsp:cNvPr id="0" name=""/>
        <dsp:cNvSpPr/>
      </dsp:nvSpPr>
      <dsp:spPr>
        <a:xfrm>
          <a:off x="1852046" y="2849624"/>
          <a:ext cx="731280" cy="731280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64519C0-7319-4651-B084-E081B5B321A2}">
      <dsp:nvSpPr>
        <dsp:cNvPr id="0" name=""/>
        <dsp:cNvSpPr/>
      </dsp:nvSpPr>
      <dsp:spPr>
        <a:xfrm rot="10800000">
          <a:off x="2217686" y="3799197"/>
          <a:ext cx="8078723" cy="73128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2474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Presentation</a:t>
          </a:r>
        </a:p>
      </dsp:txBody>
      <dsp:txXfrm rot="10800000">
        <a:off x="2400506" y="3799197"/>
        <a:ext cx="7895903" cy="731280"/>
      </dsp:txXfrm>
    </dsp:sp>
    <dsp:sp modelId="{7D130FA8-4D13-464E-8777-F803E34AB205}">
      <dsp:nvSpPr>
        <dsp:cNvPr id="0" name=""/>
        <dsp:cNvSpPr/>
      </dsp:nvSpPr>
      <dsp:spPr>
        <a:xfrm>
          <a:off x="1852046" y="3799197"/>
          <a:ext cx="731280" cy="731280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4B17C5B1-C73D-4749-A4F3-61587121ECBB}">
      <dsp:nvSpPr>
        <dsp:cNvPr id="0" name=""/>
        <dsp:cNvSpPr/>
      </dsp:nvSpPr>
      <dsp:spPr>
        <a:xfrm rot="10800000">
          <a:off x="2217686" y="4748770"/>
          <a:ext cx="8078723" cy="731280"/>
        </a:xfrm>
        <a:prstGeom prst="homePlat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22474" tIns="129540" rIns="241808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/>
            <a:t>Emails</a:t>
          </a:r>
        </a:p>
      </dsp:txBody>
      <dsp:txXfrm rot="10800000">
        <a:off x="2400506" y="4748770"/>
        <a:ext cx="7895903" cy="731280"/>
      </dsp:txXfrm>
    </dsp:sp>
    <dsp:sp modelId="{C3F43EF0-6E6B-4FB2-9F68-03DA792BFC7E}">
      <dsp:nvSpPr>
        <dsp:cNvPr id="0" name=""/>
        <dsp:cNvSpPr/>
      </dsp:nvSpPr>
      <dsp:spPr>
        <a:xfrm>
          <a:off x="1852046" y="4748770"/>
          <a:ext cx="731280" cy="731280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E040F-5B67-45C2-AB20-74E1C646C8CA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5FC1C-588B-4A38-9F7C-E8E5DAED71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788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846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219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362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1475-E71A-B2E2-85FF-1B1D7E84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564FD6-917B-E02B-A587-1D61FD93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AB92D-C784-BCC1-19DE-61F13CAE1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EEA61-8658-4CB3-649C-0DE2B4EBC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853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365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4F01-A0E2-FC02-5204-DD6465A91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C6A02-00D0-F31A-73F8-8ED4D5F21A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ED00B-19EB-D7A0-881A-2CB46B4F4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9CA2E-F2A3-65C6-1503-586AD631D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1828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3AD7-7411-17A8-D754-8933F0FE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54877-D937-DFFD-F168-311289EDC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6A81C-37E2-C55D-C999-FC52E518C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34162-D81F-0FA1-4C09-F4B4B2281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344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B5931-6763-92B6-1895-03F9E0523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4E8EC0-FBC0-1D66-FE26-B0D617729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2C8B8D-57A1-7849-7F6E-667BAEFAB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F45A5-BF4F-F833-91A4-92E7BA909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346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8B62D-FCDC-1102-52AF-43AA3B58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CBA3F-6E0F-B470-3906-2C0425315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09F73-A83E-1971-471F-15505A58B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B38C4-1298-0F09-BF6E-1E3407B52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5FC1C-588B-4A38-9F7C-E8E5DAED71F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444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87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352800"/>
            <a:ext cx="13716000" cy="3581400"/>
          </a:xfrm>
          <a:solidFill>
            <a:schemeClr val="bg1"/>
          </a:solidFill>
        </p:spPr>
        <p:txBody>
          <a:bodyPr anchor="ctr"/>
          <a:lstStyle>
            <a:lvl1pPr algn="ctr">
              <a:defRPr sz="9000">
                <a:solidFill>
                  <a:srgbClr val="0009C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081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2756971"/>
            <a:ext cx="13716000" cy="3581400"/>
          </a:xfrm>
        </p:spPr>
        <p:txBody>
          <a:bodyPr anchor="b"/>
          <a:lstStyle>
            <a:lvl1pPr algn="ctr">
              <a:defRPr sz="9000">
                <a:solidFill>
                  <a:srgbClr val="0E415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73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161842"/>
          </a:xfrm>
        </p:spPr>
        <p:txBody>
          <a:bodyPr/>
          <a:lstStyle>
            <a:lvl1pPr>
              <a:defRPr b="0">
                <a:solidFill>
                  <a:srgbClr val="0009C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146852"/>
            <a:ext cx="15773400" cy="7118593"/>
          </a:xfrm>
        </p:spPr>
        <p:txBody>
          <a:bodyPr/>
          <a:lstStyle>
            <a:lvl1pPr>
              <a:defRPr i="0"/>
            </a:lvl1pPr>
            <a:lvl2pPr>
              <a:defRPr i="0"/>
            </a:lvl2pPr>
            <a:lvl3pPr>
              <a:defRPr i="0"/>
            </a:lvl3pPr>
            <a:lvl4pPr>
              <a:defRPr i="0"/>
            </a:lvl4pPr>
            <a:lvl5pPr>
              <a:defRPr i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24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161842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7300" y="2146852"/>
            <a:ext cx="15773400" cy="7118593"/>
          </a:xfrm>
        </p:spPr>
        <p:txBody>
          <a:bodyPr/>
          <a:lstStyle>
            <a:lvl1pPr>
              <a:defRPr i="0">
                <a:solidFill>
                  <a:schemeClr val="bg1"/>
                </a:solidFill>
              </a:defRPr>
            </a:lvl1pPr>
            <a:lvl2pPr>
              <a:defRPr i="0">
                <a:solidFill>
                  <a:schemeClr val="bg1"/>
                </a:solidFill>
              </a:defRPr>
            </a:lvl2pPr>
            <a:lvl3pPr>
              <a:defRPr i="0">
                <a:solidFill>
                  <a:schemeClr val="bg1"/>
                </a:solidFill>
              </a:defRPr>
            </a:lvl3pPr>
            <a:lvl4pPr>
              <a:defRPr i="0">
                <a:solidFill>
                  <a:schemeClr val="bg1"/>
                </a:solidFill>
              </a:defRPr>
            </a:lvl4pPr>
            <a:lvl5pPr>
              <a:defRPr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212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544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186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2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425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5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197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70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723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76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890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FD7D0-BF4F-4E08-BD42-AA649BFE9809}" type="datetimeFigureOut">
              <a:rPr lang="en-IN" smtClean="0"/>
              <a:t>15-03-2025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1E1C4-2A87-4EAF-B0F0-586AB58FC0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563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4" r:id="rId3"/>
    <p:sldLayoutId id="2147483662" r:id="rId4"/>
    <p:sldLayoutId id="2147483673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b="0" i="0" kern="1200">
          <a:solidFill>
            <a:schemeClr val="tx1"/>
          </a:solidFill>
          <a:latin typeface="+mn-lt"/>
          <a:ea typeface="Noto Sans" panose="020B0502040504020204" pitchFamily="34" charset="0"/>
          <a:cs typeface="Noto Sans" panose="020B0502040504020204" pitchFamily="34" charset="0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+mn-lt"/>
          <a:ea typeface="Noto Sans" panose="020B0502040504020204" pitchFamily="34" charset="0"/>
          <a:cs typeface="Noto Sans" panose="020B0502040504020204" pitchFamily="34" charset="0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b="0" i="0" kern="1200">
          <a:solidFill>
            <a:schemeClr val="tx1"/>
          </a:solidFill>
          <a:latin typeface="+mn-lt"/>
          <a:ea typeface="Noto Sans" panose="020B0502040504020204" pitchFamily="34" charset="0"/>
          <a:cs typeface="Noto Sans" panose="020B0502040504020204" pitchFamily="34" charset="0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b="0" i="0" kern="1200">
          <a:solidFill>
            <a:schemeClr val="tx1"/>
          </a:solidFill>
          <a:latin typeface="+mn-lt"/>
          <a:ea typeface="Noto Sans" panose="020B0502040504020204" pitchFamily="34" charset="0"/>
          <a:cs typeface="Noto Sans" panose="020B0502040504020204" pitchFamily="34" charset="0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b="0" i="0" kern="1200">
          <a:solidFill>
            <a:schemeClr val="tx1"/>
          </a:solidFill>
          <a:latin typeface="+mn-lt"/>
          <a:ea typeface="Noto Sans" panose="020B0502040504020204" pitchFamily="34" charset="0"/>
          <a:cs typeface="Noto Sans" panose="020B0502040504020204" pitchFamily="34" charset="0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9EBFE-C9A4-4FF5-7F46-459D77021C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966167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529A3-A886-6387-60C7-07017FE92D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ea typeface="Roboto" panose="02000000000000000000" pitchFamily="2" charset="0"/>
              </a:rPr>
              <a:t>Markdown</a:t>
            </a:r>
          </a:p>
        </p:txBody>
      </p:sp>
    </p:spTree>
    <p:extLst>
      <p:ext uri="{BB962C8B-B14F-4D97-AF65-F5344CB8AC3E}">
        <p14:creationId xmlns:p14="http://schemas.microsoft.com/office/powerpoint/2010/main" val="2730788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85D01-91BF-F651-5018-DF16E41F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A03D1-6352-BAF6-CA14-CCDC59424A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161367"/>
            <a:ext cx="15773400" cy="7118593"/>
          </a:xfrm>
        </p:spPr>
        <p:txBody>
          <a:bodyPr/>
          <a:lstStyle/>
          <a:p>
            <a:r>
              <a:rPr lang="en-IN" dirty="0"/>
              <a:t>Markdown is used for technical documentation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13026EBB-64E0-F68A-4AC3-C1E66445F0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450907"/>
              </p:ext>
            </p:extLst>
          </p:nvPr>
        </p:nvGraphicFramePr>
        <p:xfrm>
          <a:off x="3069772" y="3634015"/>
          <a:ext cx="12148456" cy="5480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98763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53BCB61-6BDD-4786-BF58-B81F054602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F7C0539-7A1A-44E4-8DCD-0988681E14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1AAD1F4-1DB8-450B-A933-61419B5462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5E575A8-0023-408B-BFA0-E8DEBABB70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A0ABF201-4D69-461F-8C8D-071C2CDD66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2777079-3421-4A80-AC35-C5A98AE957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CFC7AF4-9402-4160-8847-136AB83B2E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056E645-2ED2-49A6-871B-2FA529B692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7D130FA8-4D13-464E-8777-F803E34AB2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64519C0-7319-4651-B084-E081B5B321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3F43EF0-6E6B-4FB2-9F68-03DA792BFC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B17C5B1-C73D-4749-A4F3-61587121EC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C8C47-E572-1C81-4337-7341071A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Free High-Quality Docusaurus Logo for Creative Design">
            <a:extLst>
              <a:ext uri="{FF2B5EF4-FFF2-40B4-BE49-F238E27FC236}">
                <a16:creationId xmlns:a16="http://schemas.microsoft.com/office/drawing/2014/main" id="{0EEEE158-7100-865C-56E0-526984C1C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3363" y="1867955"/>
            <a:ext cx="4472214" cy="447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F78626-D5AA-E55B-829A-8A837B40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Markdown – static sites generators</a:t>
            </a:r>
          </a:p>
        </p:txBody>
      </p:sp>
      <p:pic>
        <p:nvPicPr>
          <p:cNvPr id="1026" name="Picture 2" descr="GitHub - minidocks/mkdocs">
            <a:extLst>
              <a:ext uri="{FF2B5EF4-FFF2-40B4-BE49-F238E27FC236}">
                <a16:creationId xmlns:a16="http://schemas.microsoft.com/office/drawing/2014/main" id="{FFB709E9-3C44-4221-022B-61152E424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182" y="3050338"/>
            <a:ext cx="58197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ssets | VuePress">
            <a:extLst>
              <a:ext uri="{FF2B5EF4-FFF2-40B4-BE49-F238E27FC236}">
                <a16:creationId xmlns:a16="http://schemas.microsoft.com/office/drawing/2014/main" id="{3940D5BE-8FA1-94A3-8CEA-6269431AB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5836103"/>
            <a:ext cx="3903208" cy="3903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8DDB6CD-9357-BAFA-31C5-4D2D41B71E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2628" y="6340169"/>
            <a:ext cx="5704285" cy="2329630"/>
          </a:xfrm>
          <a:prstGeom prst="rect">
            <a:avLst/>
          </a:prstGeom>
        </p:spPr>
      </p:pic>
      <p:pic>
        <p:nvPicPr>
          <p:cNvPr id="1036" name="Picture 12" descr="Full featured documentation deployment platform - Read the Docs">
            <a:extLst>
              <a:ext uri="{FF2B5EF4-FFF2-40B4-BE49-F238E27FC236}">
                <a16:creationId xmlns:a16="http://schemas.microsoft.com/office/drawing/2014/main" id="{B253F886-1D24-0A68-2DF1-93D8DFE12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4051" y="6149173"/>
            <a:ext cx="5819775" cy="305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220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29DF-65CA-DA71-AEF8-3275E5A6D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3352800"/>
            <a:ext cx="13716000" cy="3581400"/>
          </a:xfrm>
        </p:spPr>
        <p:txBody>
          <a:bodyPr anchor="ctr"/>
          <a:lstStyle/>
          <a:p>
            <a:r>
              <a:rPr lang="en-IN" dirty="0">
                <a:latin typeface="Roboto" panose="02000000000000000000" pitchFamily="2" charset="0"/>
                <a:ea typeface="Roboto" panose="02000000000000000000" pitchFamily="2" charset="0"/>
              </a:rPr>
              <a:t>print</a:t>
            </a:r>
          </a:p>
        </p:txBody>
      </p:sp>
    </p:spTree>
    <p:extLst>
      <p:ext uri="{BB962C8B-B14F-4D97-AF65-F5344CB8AC3E}">
        <p14:creationId xmlns:p14="http://schemas.microsoft.com/office/powerpoint/2010/main" val="1824332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E1A4D-C780-3CF4-8AF7-4CB5C4CA3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E459-56F8-F44C-A182-C151C991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873FB-C07B-6DCC-A802-69E682209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endParaRPr lang="en-IN" sz="6400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IN" sz="6400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r>
              <a:rPr lang="en-IN" sz="6400" dirty="0">
                <a:solidFill>
                  <a:srgbClr val="0009C4"/>
                </a:solidFill>
              </a:rPr>
              <a:t>print</a:t>
            </a:r>
            <a:r>
              <a:rPr lang="en-IN" sz="6400" dirty="0">
                <a:solidFill>
                  <a:schemeClr val="tx1"/>
                </a:solidFill>
              </a:rPr>
              <a:t>(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BA7C73-A191-946B-572B-952C1ED8A45B}"/>
              </a:ext>
            </a:extLst>
          </p:cNvPr>
          <p:cNvSpPr txBox="1"/>
          <p:nvPr/>
        </p:nvSpPr>
        <p:spPr>
          <a:xfrm>
            <a:off x="1856936" y="5706148"/>
            <a:ext cx="470513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Consolas" panose="020B0609020204030204" pitchFamily="49" charset="0"/>
              </a:rPr>
              <a:t>Example: </a:t>
            </a:r>
          </a:p>
          <a:p>
            <a:endParaRPr lang="en-IN" sz="3200" dirty="0">
              <a:latin typeface="Consolas" panose="020B0609020204030204" pitchFamily="49" charset="0"/>
            </a:endParaRPr>
          </a:p>
          <a:p>
            <a:r>
              <a:rPr lang="en-IN" sz="3200" dirty="0">
                <a:solidFill>
                  <a:srgbClr val="0009C4"/>
                </a:solidFill>
                <a:latin typeface="Consolas" panose="020B0609020204030204" pitchFamily="49" charset="0"/>
              </a:rPr>
              <a:t>print</a:t>
            </a:r>
            <a:r>
              <a:rPr lang="en-IN" sz="3200" dirty="0">
                <a:latin typeface="Consolas" panose="020B0609020204030204" pitchFamily="49" charset="0"/>
              </a:rPr>
              <a:t>(</a:t>
            </a:r>
            <a:r>
              <a:rPr lang="en-IN" sz="3200" dirty="0">
                <a:solidFill>
                  <a:srgbClr val="196B24"/>
                </a:solidFill>
                <a:latin typeface="Consolas" panose="020B0609020204030204" pitchFamily="49" charset="0"/>
              </a:rPr>
              <a:t>“Hello world”</a:t>
            </a:r>
            <a:r>
              <a:rPr lang="en-IN" sz="3200" dirty="0">
                <a:latin typeface="Consolas" panose="020B0609020204030204" pitchFamily="49" charset="0"/>
              </a:rPr>
              <a:t>)</a:t>
            </a:r>
          </a:p>
          <a:p>
            <a:r>
              <a:rPr lang="en-IN" sz="3200" dirty="0">
                <a:solidFill>
                  <a:srgbClr val="0009C4"/>
                </a:solidFill>
                <a:latin typeface="Consolas" panose="020B0609020204030204" pitchFamily="49" charset="0"/>
              </a:rPr>
              <a:t>print</a:t>
            </a:r>
            <a:r>
              <a:rPr lang="en-IN" sz="3200" dirty="0">
                <a:latin typeface="Consolas" panose="020B0609020204030204" pitchFamily="49" charset="0"/>
              </a:rPr>
              <a:t>(</a:t>
            </a:r>
            <a:r>
              <a:rPr lang="en-IN" sz="3200" dirty="0">
                <a:solidFill>
                  <a:schemeClr val="accent2"/>
                </a:solidFill>
                <a:latin typeface="Consolas" panose="020B0609020204030204" pitchFamily="49" charset="0"/>
              </a:rPr>
              <a:t>2+3</a:t>
            </a:r>
            <a:r>
              <a:rPr lang="en-IN" sz="32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22749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BD59B-18EE-5BE7-666B-498C22E0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CA755-2DA3-A5FF-8A6C-EABAEC1A2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endParaRPr lang="en-IN" sz="6400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IN" sz="6400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r>
              <a:rPr lang="en-IN" sz="6400" dirty="0">
                <a:solidFill>
                  <a:srgbClr val="0009C4"/>
                </a:solidFill>
              </a:rPr>
              <a:t>print</a:t>
            </a:r>
            <a:r>
              <a:rPr lang="en-IN" sz="6400" dirty="0">
                <a:solidFill>
                  <a:schemeClr val="tx1"/>
                </a:solidFill>
              </a:rPr>
              <a:t>(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, 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, 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, … , 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5CB185-A829-C3E0-B59D-5AE74DEDDE00}"/>
              </a:ext>
            </a:extLst>
          </p:cNvPr>
          <p:cNvSpPr txBox="1"/>
          <p:nvPr/>
        </p:nvSpPr>
        <p:spPr>
          <a:xfrm>
            <a:off x="1645921" y="6570488"/>
            <a:ext cx="47051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Consolas" panose="020B0609020204030204" pitchFamily="49" charset="0"/>
              </a:rPr>
              <a:t>Example: </a:t>
            </a:r>
          </a:p>
          <a:p>
            <a:endParaRPr lang="en-IN" sz="3200" dirty="0">
              <a:latin typeface="Consolas" panose="020B0609020204030204" pitchFamily="49" charset="0"/>
            </a:endParaRPr>
          </a:p>
          <a:p>
            <a:r>
              <a:rPr lang="en-IN" sz="3200" dirty="0">
                <a:solidFill>
                  <a:srgbClr val="0009C4"/>
                </a:solidFill>
                <a:latin typeface="Consolas" panose="020B0609020204030204" pitchFamily="49" charset="0"/>
              </a:rPr>
              <a:t>print</a:t>
            </a:r>
            <a:r>
              <a:rPr lang="en-IN" sz="3200" dirty="0">
                <a:solidFill>
                  <a:srgbClr val="196B24"/>
                </a:solidFill>
                <a:latin typeface="Consolas" panose="020B0609020204030204" pitchFamily="49" charset="0"/>
              </a:rPr>
              <a:t>(“2+ 3 =”</a:t>
            </a:r>
            <a:r>
              <a:rPr lang="en-IN" sz="3200" dirty="0">
                <a:latin typeface="Consolas" panose="020B0609020204030204" pitchFamily="49" charset="0"/>
              </a:rPr>
              <a:t>, </a:t>
            </a:r>
            <a:r>
              <a:rPr lang="en-IN" sz="3200" dirty="0">
                <a:solidFill>
                  <a:schemeClr val="accent2"/>
                </a:solidFill>
                <a:latin typeface="Consolas" panose="020B0609020204030204" pitchFamily="49" charset="0"/>
              </a:rPr>
              <a:t>2+3</a:t>
            </a:r>
            <a:r>
              <a:rPr lang="en-IN" sz="32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28780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49840-5E9D-8C1D-E116-0DD01C23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9B02-F7B6-70D0-FB8E-8B4E2952C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46984-A268-3651-6C66-43F24E4B5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endParaRPr lang="en-IN" sz="6400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IN" sz="6400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r>
              <a:rPr lang="en-IN" sz="6400" dirty="0">
                <a:solidFill>
                  <a:srgbClr val="0009C4"/>
                </a:solidFill>
              </a:rPr>
              <a:t>print</a:t>
            </a:r>
            <a:r>
              <a:rPr lang="en-IN" sz="6400" dirty="0">
                <a:solidFill>
                  <a:schemeClr val="tx1"/>
                </a:solidFill>
              </a:rPr>
              <a:t>(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, 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, 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, … , 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BEACEFB0-C2A9-113B-4FE8-A7F7E8CFF05F}"/>
              </a:ext>
            </a:extLst>
          </p:cNvPr>
          <p:cNvSpPr/>
          <p:nvPr/>
        </p:nvSpPr>
        <p:spPr>
          <a:xfrm rot="16200000" flipH="1">
            <a:off x="9526197" y="-2523394"/>
            <a:ext cx="1106607" cy="12703128"/>
          </a:xfrm>
          <a:prstGeom prst="leftBrace">
            <a:avLst>
              <a:gd name="adj1" fmla="val 101060"/>
              <a:gd name="adj2" fmla="val 50000"/>
            </a:avLst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03EA0-643F-53CB-CB71-05747AE4F699}"/>
              </a:ext>
            </a:extLst>
          </p:cNvPr>
          <p:cNvSpPr txBox="1"/>
          <p:nvPr/>
        </p:nvSpPr>
        <p:spPr>
          <a:xfrm>
            <a:off x="8982885" y="1978988"/>
            <a:ext cx="20525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*</a:t>
            </a:r>
            <a:r>
              <a:rPr lang="en-IN" sz="6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args</a:t>
            </a:r>
            <a:endParaRPr lang="en-IN" sz="64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52102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16CF5-4164-31C4-A461-8A23A908E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34CCA-4189-4C15-EC38-93E84257F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9C4"/>
                </a:solidFill>
              </a:rPr>
              <a:t>print – Special Escape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BF3CC-DA53-8F58-60BE-58029D09E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These escape sequence are used for formatting text.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91985D-427B-339E-E5D4-277932658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502671"/>
              </p:ext>
            </p:extLst>
          </p:nvPr>
        </p:nvGraphicFramePr>
        <p:xfrm>
          <a:off x="1454247" y="3582694"/>
          <a:ext cx="14574520" cy="402336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2160047851"/>
                    </a:ext>
                  </a:extLst>
                </a:gridCol>
                <a:gridCol w="2634869">
                  <a:extLst>
                    <a:ext uri="{9D8B030D-6E8A-4147-A177-3AD203B41FA5}">
                      <a16:colId xmlns:a16="http://schemas.microsoft.com/office/drawing/2014/main" val="3899678510"/>
                    </a:ext>
                  </a:extLst>
                </a:gridCol>
                <a:gridCol w="4052951">
                  <a:extLst>
                    <a:ext uri="{9D8B030D-6E8A-4147-A177-3AD203B41FA5}">
                      <a16:colId xmlns:a16="http://schemas.microsoft.com/office/drawing/2014/main" val="3125248851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617481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Escape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939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\n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New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dirty="0"/>
                        <a:t>(</a:t>
                      </a: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"Hello\</a:t>
                      </a:r>
                      <a:r>
                        <a:rPr lang="en-IN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nWorld</a:t>
                      </a: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Hello ⏎ World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8981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\t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Horizontal Tab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dirty="0"/>
                        <a:t>(</a:t>
                      </a: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"Hello\</a:t>
                      </a:r>
                      <a:r>
                        <a:rPr lang="en-IN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tWorld</a:t>
                      </a: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Hello World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19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\\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Backslash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US" dirty="0"/>
                        <a:t>(</a:t>
                      </a:r>
                      <a:r>
                        <a:rPr lang="en-US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"C:\\Path\\To\\File"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C:\Path\To\File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77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\'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Single Quote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dirty="0"/>
                        <a:t>(</a:t>
                      </a: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“It\'s fine”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It's fine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445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\"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Double Quote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dirty="0"/>
                        <a:t>(</a:t>
                      </a: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"He said, \"Hi\""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He said, "Hi"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819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\r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Carriage Return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dirty="0"/>
                        <a:t>(</a:t>
                      </a: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"12345\</a:t>
                      </a:r>
                      <a:r>
                        <a:rPr lang="en-IN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rHello</a:t>
                      </a: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Hello (overwrites)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184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\b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Backspace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dirty="0"/>
                        <a:t>(</a:t>
                      </a: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"Hello\</a:t>
                      </a:r>
                      <a:r>
                        <a:rPr lang="en-IN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bWorld</a:t>
                      </a:r>
                      <a:r>
                        <a:rPr lang="en-IN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HellWorld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128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15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0DC4-D586-6835-2FBC-10D389613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EE1A7-6133-B4DE-224B-BD94D93E0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5C074-1C72-0D5A-1FE4-8ACD2EE30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endParaRPr lang="en-IN" sz="6400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endParaRPr lang="en-IN" sz="6400" dirty="0">
              <a:solidFill>
                <a:schemeClr val="accent5"/>
              </a:solidFill>
            </a:endParaRPr>
          </a:p>
          <a:p>
            <a:pPr marL="0" indent="0" algn="ctr">
              <a:buNone/>
            </a:pPr>
            <a:r>
              <a:rPr lang="en-IN" sz="6400" dirty="0">
                <a:solidFill>
                  <a:srgbClr val="0009C4"/>
                </a:solidFill>
              </a:rPr>
              <a:t>print</a:t>
            </a:r>
            <a:r>
              <a:rPr lang="en-IN" sz="6400" dirty="0">
                <a:solidFill>
                  <a:schemeClr val="tx1"/>
                </a:solidFill>
              </a:rPr>
              <a:t> (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, 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, 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, … , </a:t>
            </a:r>
            <a:r>
              <a:rPr lang="en-IN" sz="6400" dirty="0">
                <a:solidFill>
                  <a:schemeClr val="accent3"/>
                </a:solidFill>
              </a:rPr>
              <a:t>&lt;expr&gt;</a:t>
            </a:r>
            <a:r>
              <a:rPr lang="en-IN" sz="6400" dirty="0">
                <a:solidFill>
                  <a:schemeClr val="tx1"/>
                </a:solidFill>
              </a:rPr>
              <a:t>,</a:t>
            </a:r>
            <a:endParaRPr lang="en-IN" sz="6400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57EBCE7C-F06C-1A86-C914-0B2D9D2077A3}"/>
              </a:ext>
            </a:extLst>
          </p:cNvPr>
          <p:cNvSpPr/>
          <p:nvPr/>
        </p:nvSpPr>
        <p:spPr>
          <a:xfrm rot="16200000" flipH="1">
            <a:off x="9526197" y="-2523394"/>
            <a:ext cx="1106607" cy="12703128"/>
          </a:xfrm>
          <a:prstGeom prst="leftBrace">
            <a:avLst>
              <a:gd name="adj1" fmla="val 101060"/>
              <a:gd name="adj2" fmla="val 50000"/>
            </a:avLst>
          </a:prstGeom>
          <a:ln w="2857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5BD8A5-CD2F-B4D1-42C9-9C14743F63A3}"/>
              </a:ext>
            </a:extLst>
          </p:cNvPr>
          <p:cNvSpPr txBox="1"/>
          <p:nvPr/>
        </p:nvSpPr>
        <p:spPr>
          <a:xfrm>
            <a:off x="8982885" y="1978988"/>
            <a:ext cx="205255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400" dirty="0">
                <a:latin typeface="+mj-lt"/>
              </a:rPr>
              <a:t>*</a:t>
            </a:r>
            <a:r>
              <a:rPr lang="en-IN" sz="6400" dirty="0" err="1">
                <a:latin typeface="+mj-lt"/>
              </a:rPr>
              <a:t>args</a:t>
            </a:r>
            <a:endParaRPr lang="en-IN" sz="6400" dirty="0">
              <a:latin typeface="+mj-lt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4FFE0E-5299-DE1C-D57F-9A9734AD3BFD}"/>
              </a:ext>
            </a:extLst>
          </p:cNvPr>
          <p:cNvSpPr txBox="1">
            <a:spLocks/>
          </p:cNvSpPr>
          <p:nvPr/>
        </p:nvSpPr>
        <p:spPr>
          <a:xfrm>
            <a:off x="3571491" y="3224070"/>
            <a:ext cx="9286380" cy="29006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13716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4200" b="0" i="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1pPr>
            <a:lvl2pPr marL="1028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2pPr>
            <a:lvl3pPr marL="1714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000" b="0" i="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b="0" i="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b="0" i="0" kern="1200">
                <a:solidFill>
                  <a:schemeClr val="tx1"/>
                </a:solidFill>
                <a:latin typeface="+mn-lt"/>
                <a:ea typeface="Noto Sans" panose="020B0502040504020204" pitchFamily="34" charset="0"/>
                <a:cs typeface="Noto Sans" panose="020B0502040504020204" pitchFamily="34" charset="0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6400" dirty="0">
              <a:solidFill>
                <a:schemeClr val="accent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6400" dirty="0">
              <a:solidFill>
                <a:schemeClr val="accent5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64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sep</a:t>
            </a:r>
            <a:r>
              <a:rPr lang="en-IN" sz="6400" dirty="0">
                <a:solidFill>
                  <a:schemeClr val="accent3"/>
                </a:solidFill>
              </a:rPr>
              <a:t>=</a:t>
            </a:r>
            <a:r>
              <a:rPr lang="en-IN" sz="6400" dirty="0"/>
              <a:t>‘ ’,</a:t>
            </a:r>
            <a:r>
              <a:rPr lang="en-IN" sz="6400" dirty="0">
                <a:solidFill>
                  <a:schemeClr val="accent3"/>
                </a:solidFill>
              </a:rPr>
              <a:t> </a:t>
            </a:r>
            <a:r>
              <a:rPr lang="en-IN" sz="6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end</a:t>
            </a:r>
            <a:r>
              <a:rPr lang="en-IN" sz="6400" dirty="0">
                <a:solidFill>
                  <a:schemeClr val="accent3"/>
                </a:solidFill>
              </a:rPr>
              <a:t>= </a:t>
            </a:r>
            <a:r>
              <a:rPr lang="en-IN" sz="6400" dirty="0"/>
              <a:t>‘\n’,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6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file</a:t>
            </a:r>
            <a:r>
              <a:rPr lang="en-IN" sz="6400" dirty="0">
                <a:solidFill>
                  <a:schemeClr val="accent3"/>
                </a:solidFill>
              </a:rPr>
              <a:t>=None, </a:t>
            </a:r>
            <a:r>
              <a:rPr lang="en-IN" sz="6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flush</a:t>
            </a:r>
            <a:r>
              <a:rPr lang="en-IN" sz="6400" dirty="0">
                <a:solidFill>
                  <a:schemeClr val="accent3"/>
                </a:solidFill>
              </a:rPr>
              <a:t>=False</a:t>
            </a:r>
            <a:r>
              <a:rPr lang="en-IN" sz="6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45302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C98FB-8251-BEF8-2145-65A867794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7300" dirty="0">
                <a:solidFill>
                  <a:srgbClr val="0009C4"/>
                </a:solidFill>
              </a:rPr>
              <a:t>print – Unicode Escape Sequence </a:t>
            </a:r>
            <a:br>
              <a:rPr lang="en-IN" dirty="0">
                <a:solidFill>
                  <a:srgbClr val="0009C4"/>
                </a:solidFill>
              </a:rPr>
            </a:br>
            <a:r>
              <a:rPr lang="en-IN" sz="3600" dirty="0">
                <a:solidFill>
                  <a:schemeClr val="tx1"/>
                </a:solidFill>
              </a:rPr>
              <a:t>(Emoji &amp; Special Symbol Printing)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91764-3E97-A9C9-3313-2A6E834DE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Allows you to represent special characters using their UNICODE code points</a:t>
            </a:r>
          </a:p>
          <a:p>
            <a:r>
              <a:rPr lang="en-IN" dirty="0">
                <a:solidFill>
                  <a:schemeClr val="tx1"/>
                </a:solidFill>
              </a:rPr>
              <a:t>Escape characters </a:t>
            </a:r>
            <a:r>
              <a:rPr lang="en-IN" dirty="0">
                <a:solidFill>
                  <a:srgbClr val="0009C4"/>
                </a:solidFill>
                <a:sym typeface="Wingdings" panose="05000000000000000000" pitchFamily="2" charset="2"/>
              </a:rPr>
              <a:t></a:t>
            </a:r>
            <a:r>
              <a:rPr lang="en-IN" dirty="0">
                <a:solidFill>
                  <a:srgbClr val="0009C4"/>
                </a:solidFill>
              </a:rPr>
              <a:t> \u, \U, \N</a:t>
            </a:r>
          </a:p>
          <a:p>
            <a:endParaRPr lang="en-IN" dirty="0">
              <a:solidFill>
                <a:srgbClr val="0009C4"/>
              </a:solidFill>
            </a:endParaRPr>
          </a:p>
          <a:p>
            <a:endParaRPr lang="en-IN" dirty="0">
              <a:solidFill>
                <a:srgbClr val="0009C4"/>
              </a:solidFill>
            </a:endParaRPr>
          </a:p>
          <a:p>
            <a:endParaRPr lang="en-IN" dirty="0">
              <a:solidFill>
                <a:srgbClr val="0009C4"/>
              </a:solidFill>
            </a:endParaRPr>
          </a:p>
          <a:p>
            <a:endParaRPr lang="en-IN" dirty="0">
              <a:solidFill>
                <a:srgbClr val="0009C4"/>
              </a:solidFill>
            </a:endParaRPr>
          </a:p>
          <a:p>
            <a:endParaRPr lang="en-IN" dirty="0">
              <a:solidFill>
                <a:srgbClr val="0009C4"/>
              </a:solidFill>
            </a:endParaRPr>
          </a:p>
          <a:p>
            <a:pPr marL="0" indent="0">
              <a:buNone/>
            </a:pPr>
            <a:endParaRPr lang="en-IN" sz="2800" dirty="0">
              <a:solidFill>
                <a:srgbClr val="0009C4"/>
              </a:solidFill>
            </a:endParaRP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Reference</a:t>
            </a:r>
            <a:r>
              <a:rPr lang="en-IN" sz="2800" dirty="0">
                <a:solidFill>
                  <a:srgbClr val="0009C4"/>
                </a:solidFill>
              </a:rPr>
              <a:t>: https://unicode.org/emoji/charts/full-emoji-list.html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118664-25CE-B0CA-F55F-504A9D0A7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633985"/>
              </p:ext>
            </p:extLst>
          </p:nvPr>
        </p:nvGraphicFramePr>
        <p:xfrm>
          <a:off x="1257300" y="5247958"/>
          <a:ext cx="16090519" cy="2316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4275626049"/>
                    </a:ext>
                  </a:extLst>
                </a:gridCol>
                <a:gridCol w="3439414">
                  <a:extLst>
                    <a:ext uri="{9D8B030D-6E8A-4147-A177-3AD203B41FA5}">
                      <a16:colId xmlns:a16="http://schemas.microsoft.com/office/drawing/2014/main" val="2811429537"/>
                    </a:ext>
                  </a:extLst>
                </a:gridCol>
                <a:gridCol w="4764405">
                  <a:extLst>
                    <a:ext uri="{9D8B030D-6E8A-4147-A177-3AD203B41FA5}">
                      <a16:colId xmlns:a16="http://schemas.microsoft.com/office/drawing/2014/main" val="1155722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407812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3200" b="1">
                          <a:solidFill>
                            <a:schemeClr val="tx1"/>
                          </a:solidFill>
                        </a:rPr>
                        <a:t>Escape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3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chemeClr val="accent2"/>
                          </a:solidFill>
                        </a:rPr>
                        <a:t>\</a:t>
                      </a:r>
                      <a:r>
                        <a:rPr lang="en-IN" sz="3200" dirty="0" err="1">
                          <a:solidFill>
                            <a:schemeClr val="accent2"/>
                          </a:solidFill>
                        </a:rPr>
                        <a:t>u</a:t>
                      </a:r>
                      <a:r>
                        <a:rPr lang="en-IN" sz="3200" dirty="0" err="1"/>
                        <a:t>XXXX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4-digit Unicode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sz="3200" dirty="0"/>
                        <a:t>(</a:t>
                      </a:r>
                      <a:r>
                        <a:rPr lang="en-IN" sz="3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"\u2764"</a:t>
                      </a:r>
                      <a:r>
                        <a:rPr lang="en-IN" sz="32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❤️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53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chemeClr val="accent2"/>
                          </a:solidFill>
                        </a:rPr>
                        <a:t>\U</a:t>
                      </a:r>
                      <a:r>
                        <a:rPr lang="en-IN" sz="3200" dirty="0"/>
                        <a:t>XXXXXXXX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/>
                        <a:t>8-digit Unicode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sz="3200" dirty="0"/>
                        <a:t>(</a:t>
                      </a:r>
                      <a:r>
                        <a:rPr lang="en-IN" sz="3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"\U0001F600"</a:t>
                      </a:r>
                      <a:r>
                        <a:rPr lang="en-IN" sz="32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689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chemeClr val="accent2"/>
                          </a:solidFill>
                        </a:rPr>
                        <a:t>\N</a:t>
                      </a:r>
                      <a:r>
                        <a:rPr lang="en-IN" sz="3200" dirty="0"/>
                        <a:t>{name}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Name of Unicode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sz="3200" dirty="0"/>
                        <a:t>(</a:t>
                      </a:r>
                      <a:r>
                        <a:rPr lang="en-IN" sz="3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“\N{grinning face}”</a:t>
                      </a:r>
                      <a:r>
                        <a:rPr lang="en-IN" sz="32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889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945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FB4DC-765E-8A3C-660C-98EFA9973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F97F-2635-A024-22D2-F57ADD77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9C4"/>
                </a:solidFill>
              </a:rPr>
              <a:t>print – Hexadecimal Escape (\x)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8D954-B2BF-15B4-B746-018098F7F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Allows encoding characters in hexadecimal format (2-digit hex codes).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16F990-EEB7-2C6B-62E0-7FC2B9B3D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284714"/>
              </p:ext>
            </p:extLst>
          </p:nvPr>
        </p:nvGraphicFramePr>
        <p:xfrm>
          <a:off x="1257300" y="5247958"/>
          <a:ext cx="15773400" cy="1158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4275626049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811429537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1155722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407812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Escape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3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b="0" dirty="0">
                          <a:solidFill>
                            <a:schemeClr val="accent2"/>
                          </a:solidFill>
                        </a:rPr>
                        <a:t>\</a:t>
                      </a:r>
                      <a:r>
                        <a:rPr lang="en-IN" sz="3200" b="0" dirty="0" err="1">
                          <a:solidFill>
                            <a:schemeClr val="accent2"/>
                          </a:solidFill>
                        </a:rPr>
                        <a:t>x</a:t>
                      </a:r>
                      <a:r>
                        <a:rPr lang="en-IN" sz="3200" dirty="0" err="1"/>
                        <a:t>XX</a:t>
                      </a:r>
                      <a:endParaRPr lang="en-IN" sz="3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Hex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sz="3200" dirty="0"/>
                        <a:t>(</a:t>
                      </a:r>
                      <a:r>
                        <a:rPr lang="en-IN" sz="3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“\x41\42\43”</a:t>
                      </a:r>
                      <a:r>
                        <a:rPr lang="en-IN" sz="32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ABC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530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4654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02C24-E2CC-EEA5-56FB-F7834284D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C412-37C7-74A3-8BEB-52BF85A90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9C4"/>
                </a:solidFill>
              </a:rPr>
              <a:t>print – Octal Escape(\</a:t>
            </a:r>
            <a:r>
              <a:rPr lang="en-IN" dirty="0" err="1">
                <a:solidFill>
                  <a:srgbClr val="0009C4"/>
                </a:solidFill>
              </a:rPr>
              <a:t>ooo</a:t>
            </a:r>
            <a:r>
              <a:rPr lang="en-IN" dirty="0">
                <a:solidFill>
                  <a:srgbClr val="0009C4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68743-59C7-257E-748D-525E8EC0C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Allows encoding characters using octal values (3-digit octal codes).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E4AA02-6ECE-9542-9692-E3C16B28F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742321"/>
              </p:ext>
            </p:extLst>
          </p:nvPr>
        </p:nvGraphicFramePr>
        <p:xfrm>
          <a:off x="1257300" y="5247958"/>
          <a:ext cx="15773400" cy="11582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4275626049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811429537"/>
                    </a:ext>
                  </a:extLst>
                </a:gridCol>
                <a:gridCol w="4248443">
                  <a:extLst>
                    <a:ext uri="{9D8B030D-6E8A-4147-A177-3AD203B41FA5}">
                      <a16:colId xmlns:a16="http://schemas.microsoft.com/office/drawing/2014/main" val="11557222"/>
                    </a:ext>
                  </a:extLst>
                </a:gridCol>
                <a:gridCol w="3638257">
                  <a:extLst>
                    <a:ext uri="{9D8B030D-6E8A-4147-A177-3AD203B41FA5}">
                      <a16:colId xmlns:a16="http://schemas.microsoft.com/office/drawing/2014/main" val="34078126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Escape Sequence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1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3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3200" b="0" dirty="0">
                          <a:solidFill>
                            <a:schemeClr val="accent2"/>
                          </a:solidFill>
                        </a:rPr>
                        <a:t>\</a:t>
                      </a:r>
                      <a:r>
                        <a:rPr lang="en-IN" sz="3200" b="0" dirty="0" err="1">
                          <a:solidFill>
                            <a:schemeClr val="accent2"/>
                          </a:solidFill>
                        </a:rPr>
                        <a:t>ooo</a:t>
                      </a:r>
                      <a:endParaRPr lang="en-IN" sz="3200" b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Octal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print</a:t>
                      </a:r>
                      <a:r>
                        <a:rPr lang="en-IN" sz="3200" dirty="0"/>
                        <a:t>(</a:t>
                      </a:r>
                      <a:r>
                        <a:rPr lang="en-IN" sz="3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“\101\102\103”</a:t>
                      </a:r>
                      <a:r>
                        <a:rPr lang="en-IN" sz="32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ABC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7530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63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AA741-11EF-6E2F-190C-4C6F1352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331E7-44B6-BB7D-E084-3D3E4E6B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9C4"/>
                </a:solidFill>
              </a:rPr>
              <a:t>print – ASCII character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0F6F-D7D9-0F74-985B-A499118F9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provides chr() and </a:t>
            </a:r>
            <a:r>
              <a:rPr lang="en-IN" dirty="0" err="1"/>
              <a:t>ord</a:t>
            </a:r>
            <a:r>
              <a:rPr lang="en-IN" dirty="0"/>
              <a:t>() functions to work with ASCII characters.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AADF2F-008D-1CCD-7509-5681505CE0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114515"/>
              </p:ext>
            </p:extLst>
          </p:nvPr>
        </p:nvGraphicFramePr>
        <p:xfrm>
          <a:off x="1524586" y="4349787"/>
          <a:ext cx="15903104" cy="2740328"/>
        </p:xfrm>
        <a:graphic>
          <a:graphicData uri="http://schemas.openxmlformats.org/drawingml/2006/table">
            <a:tbl>
              <a:tblPr/>
              <a:tblGrid>
                <a:gridCol w="2057472">
                  <a:extLst>
                    <a:ext uri="{9D8B030D-6E8A-4147-A177-3AD203B41FA5}">
                      <a16:colId xmlns:a16="http://schemas.microsoft.com/office/drawing/2014/main" val="3351556667"/>
                    </a:ext>
                  </a:extLst>
                </a:gridCol>
                <a:gridCol w="6910261">
                  <a:extLst>
                    <a:ext uri="{9D8B030D-6E8A-4147-A177-3AD203B41FA5}">
                      <a16:colId xmlns:a16="http://schemas.microsoft.com/office/drawing/2014/main" val="2885332958"/>
                    </a:ext>
                  </a:extLst>
                </a:gridCol>
                <a:gridCol w="3995224">
                  <a:extLst>
                    <a:ext uri="{9D8B030D-6E8A-4147-A177-3AD203B41FA5}">
                      <a16:colId xmlns:a16="http://schemas.microsoft.com/office/drawing/2014/main" val="1501591604"/>
                    </a:ext>
                  </a:extLst>
                </a:gridCol>
                <a:gridCol w="2940147">
                  <a:extLst>
                    <a:ext uri="{9D8B030D-6E8A-4147-A177-3AD203B41FA5}">
                      <a16:colId xmlns:a16="http://schemas.microsoft.com/office/drawing/2014/main" val="1808116249"/>
                    </a:ext>
                  </a:extLst>
                </a:gridCol>
              </a:tblGrid>
              <a:tr h="585014">
                <a:tc>
                  <a:txBody>
                    <a:bodyPr/>
                    <a:lstStyle/>
                    <a:p>
                      <a:pPr algn="ctr"/>
                      <a:r>
                        <a:rPr lang="en-IN" sz="3200">
                          <a:solidFill>
                            <a:schemeClr val="tx1"/>
                          </a:solidFill>
                        </a:rPr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369099"/>
                  </a:ext>
                </a:extLst>
              </a:tr>
              <a:tr h="1077657"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chemeClr val="accent2"/>
                          </a:solidFill>
                        </a:rPr>
                        <a:t>chr</a:t>
                      </a:r>
                      <a:r>
                        <a:rPr lang="en-IN" sz="3200" dirty="0"/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Get character from ASCII/Unicode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sz="3200" dirty="0"/>
                        <a:t>(</a:t>
                      </a:r>
                      <a:r>
                        <a:rPr lang="en-IN" sz="3200" dirty="0">
                          <a:solidFill>
                            <a:schemeClr val="accent2"/>
                          </a:solidFill>
                        </a:rPr>
                        <a:t>chr</a:t>
                      </a:r>
                      <a:r>
                        <a:rPr lang="en-IN" sz="3200" dirty="0"/>
                        <a:t>(</a:t>
                      </a:r>
                      <a:r>
                        <a:rPr lang="en-IN" sz="3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65</a:t>
                      </a:r>
                      <a:r>
                        <a:rPr lang="en-IN" sz="3200" dirty="0"/>
                        <a:t>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543719"/>
                  </a:ext>
                </a:extLst>
              </a:tr>
              <a:tr h="1077657">
                <a:tc>
                  <a:txBody>
                    <a:bodyPr/>
                    <a:lstStyle/>
                    <a:p>
                      <a:r>
                        <a:rPr lang="en-IN" sz="3200" dirty="0" err="1">
                          <a:solidFill>
                            <a:schemeClr val="accent2"/>
                          </a:solidFill>
                        </a:rPr>
                        <a:t>ord</a:t>
                      </a:r>
                      <a:r>
                        <a:rPr lang="en-IN" sz="3200" dirty="0"/>
                        <a:t>(c)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Get ASCII/Unicode value of character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>
                          <a:solidFill>
                            <a:srgbClr val="0009C4"/>
                          </a:solidFill>
                        </a:rPr>
                        <a:t>print</a:t>
                      </a:r>
                      <a:r>
                        <a:rPr lang="en-IN" sz="3200" dirty="0"/>
                        <a:t>(</a:t>
                      </a:r>
                      <a:r>
                        <a:rPr lang="en-IN" sz="3200" dirty="0" err="1">
                          <a:solidFill>
                            <a:schemeClr val="accent2"/>
                          </a:solidFill>
                        </a:rPr>
                        <a:t>ord</a:t>
                      </a:r>
                      <a:r>
                        <a:rPr lang="en-IN" sz="3200" dirty="0"/>
                        <a:t>(</a:t>
                      </a:r>
                      <a:r>
                        <a:rPr lang="en-IN" sz="3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'A'</a:t>
                      </a:r>
                      <a:r>
                        <a:rPr lang="en-IN" sz="3200" dirty="0"/>
                        <a:t>))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20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40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FC829-066D-1288-9B02-EBFDD68B5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D2C4-0E5E-EF31-A325-0B192E77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9C4"/>
                </a:solidFill>
              </a:rPr>
              <a:t>print – Raw String (r””)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BED21-A197-5937-02E4-4B477487F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Raw strings ignore escape sequences and print them as normal text.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185E19-7D42-D95F-4B17-A0E407336C6E}"/>
              </a:ext>
            </a:extLst>
          </p:cNvPr>
          <p:cNvSpPr txBox="1"/>
          <p:nvPr/>
        </p:nvSpPr>
        <p:spPr>
          <a:xfrm>
            <a:off x="1871003" y="4728001"/>
            <a:ext cx="151596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N" sz="4800" dirty="0">
                <a:solidFill>
                  <a:srgbClr val="0009C4"/>
                </a:solidFill>
              </a:rPr>
              <a:t>print</a:t>
            </a:r>
            <a:r>
              <a:rPr lang="en-IN" sz="4800" dirty="0">
                <a:solidFill>
                  <a:schemeClr val="accent5"/>
                </a:solidFill>
              </a:rPr>
              <a:t>(</a:t>
            </a:r>
            <a:r>
              <a:rPr lang="en-IN" sz="4800" dirty="0" err="1">
                <a:solidFill>
                  <a:schemeClr val="accent6">
                    <a:lumMod val="75000"/>
                  </a:schemeClr>
                </a:solidFill>
              </a:rPr>
              <a:t>r"C</a:t>
            </a:r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:\Users\Name\Documents“</a:t>
            </a:r>
            <a:r>
              <a:rPr lang="en-IN" sz="4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4566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eelawadee">
      <a:majorFont>
        <a:latin typeface="Leelawadee"/>
        <a:ea typeface=""/>
        <a:cs typeface=""/>
      </a:majorFont>
      <a:minorFont>
        <a:latin typeface="Leelawade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1782</TotalTime>
  <Words>482</Words>
  <Application>Microsoft Office PowerPoint</Application>
  <PresentationFormat>Custom</PresentationFormat>
  <Paragraphs>147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Consolas</vt:lpstr>
      <vt:lpstr>Leelawadee</vt:lpstr>
      <vt:lpstr>Roboto</vt:lpstr>
      <vt:lpstr>Wingdings</vt:lpstr>
      <vt:lpstr>Office Theme</vt:lpstr>
      <vt:lpstr>Python</vt:lpstr>
      <vt:lpstr>Markdown</vt:lpstr>
      <vt:lpstr>Markdown</vt:lpstr>
      <vt:lpstr>Markdown – static sites generators</vt:lpstr>
      <vt:lpstr>print</vt:lpstr>
      <vt:lpstr>print</vt:lpstr>
      <vt:lpstr>print</vt:lpstr>
      <vt:lpstr>print</vt:lpstr>
      <vt:lpstr>print – Special Escape Characters</vt:lpstr>
      <vt:lpstr>print</vt:lpstr>
      <vt:lpstr>print – Unicode Escape Sequence  (Emoji &amp; Special Symbol Printing)</vt:lpstr>
      <vt:lpstr>print – Hexadecimal Escape (\x)</vt:lpstr>
      <vt:lpstr>print – Octal Escape(\ooo)</vt:lpstr>
      <vt:lpstr>print – ASCII character Representations</vt:lpstr>
      <vt:lpstr>print – Raw String (r””)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3137</dc:creator>
  <cp:lastModifiedBy>3137</cp:lastModifiedBy>
  <cp:revision>167</cp:revision>
  <dcterms:created xsi:type="dcterms:W3CDTF">2025-01-12T16:28:05Z</dcterms:created>
  <dcterms:modified xsi:type="dcterms:W3CDTF">2025-03-15T08:36:59Z</dcterms:modified>
</cp:coreProperties>
</file>