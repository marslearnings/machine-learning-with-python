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256" r:id="rId2"/>
    <p:sldId id="259" r:id="rId3"/>
    <p:sldId id="257" r:id="rId4"/>
    <p:sldId id="258" r:id="rId5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17" userDrawn="1">
          <p15:clr>
            <a:srgbClr val="A4A3A4"/>
          </p15:clr>
        </p15:guide>
        <p15:guide id="2" pos="57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FF"/>
    <a:srgbClr val="0009C4"/>
    <a:srgbClr val="4169E1"/>
    <a:srgbClr val="196B24"/>
    <a:srgbClr val="0E415A"/>
    <a:srgbClr val="EEE7E6"/>
    <a:srgbClr val="FFFFFF"/>
    <a:srgbClr val="1D021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131" autoAdjust="0"/>
  </p:normalViewPr>
  <p:slideViewPr>
    <p:cSldViewPr snapToGrid="0" showGuides="1">
      <p:cViewPr varScale="1">
        <p:scale>
          <a:sx n="66" d="100"/>
          <a:sy n="66" d="100"/>
        </p:scale>
        <p:origin x="936" y="78"/>
      </p:cViewPr>
      <p:guideLst>
        <p:guide orient="horz" pos="3217"/>
        <p:guide pos="576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CB4065D-716A-4B4D-AC51-EEAE7BB5C6D8}" type="doc">
      <dgm:prSet loTypeId="urn:microsoft.com/office/officeart/2005/8/layout/vList3" loCatId="list" qsTypeId="urn:microsoft.com/office/officeart/2005/8/quickstyle/simple5" qsCatId="simple" csTypeId="urn:microsoft.com/office/officeart/2005/8/colors/accent0_2" csCatId="mainScheme" phldr="1"/>
      <dgm:spPr/>
    </dgm:pt>
    <dgm:pt modelId="{5565B334-FFB4-40C8-BD78-33DCD8B554D7}">
      <dgm:prSet phldrT="[Text]"/>
      <dgm:spPr/>
      <dgm:t>
        <a:bodyPr/>
        <a:lstStyle/>
        <a:p>
          <a:r>
            <a:rPr lang="en-IN" dirty="0"/>
            <a:t>Websites</a:t>
          </a:r>
        </a:p>
      </dgm:t>
    </dgm:pt>
    <dgm:pt modelId="{1050A7D8-444F-400A-B2E1-1DF0F3D35E0C}" type="parTrans" cxnId="{FC448D8B-8276-4868-81CB-332D8334F083}">
      <dgm:prSet/>
      <dgm:spPr/>
      <dgm:t>
        <a:bodyPr/>
        <a:lstStyle/>
        <a:p>
          <a:endParaRPr lang="en-IN"/>
        </a:p>
      </dgm:t>
    </dgm:pt>
    <dgm:pt modelId="{06252B58-2198-4998-910D-523191B6F963}" type="sibTrans" cxnId="{FC448D8B-8276-4868-81CB-332D8334F083}">
      <dgm:prSet/>
      <dgm:spPr/>
      <dgm:t>
        <a:bodyPr/>
        <a:lstStyle/>
        <a:p>
          <a:endParaRPr lang="en-IN"/>
        </a:p>
      </dgm:t>
    </dgm:pt>
    <dgm:pt modelId="{FF9A762F-EE67-4771-82BD-8032816CB61D}">
      <dgm:prSet phldrT="[Text]"/>
      <dgm:spPr/>
      <dgm:t>
        <a:bodyPr/>
        <a:lstStyle/>
        <a:p>
          <a:r>
            <a:rPr lang="en-IN" dirty="0"/>
            <a:t>Documents</a:t>
          </a:r>
        </a:p>
      </dgm:t>
    </dgm:pt>
    <dgm:pt modelId="{80AB1802-F55D-4773-9E28-E51CC4D62AA3}" type="parTrans" cxnId="{90189F88-02AF-427C-B0A4-69137C0B2373}">
      <dgm:prSet/>
      <dgm:spPr/>
      <dgm:t>
        <a:bodyPr/>
        <a:lstStyle/>
        <a:p>
          <a:endParaRPr lang="en-IN"/>
        </a:p>
      </dgm:t>
    </dgm:pt>
    <dgm:pt modelId="{B39D50E2-561C-4045-8D0C-768E9A9FDA00}" type="sibTrans" cxnId="{90189F88-02AF-427C-B0A4-69137C0B2373}">
      <dgm:prSet/>
      <dgm:spPr/>
      <dgm:t>
        <a:bodyPr/>
        <a:lstStyle/>
        <a:p>
          <a:endParaRPr lang="en-IN"/>
        </a:p>
      </dgm:t>
    </dgm:pt>
    <dgm:pt modelId="{67916929-EFD9-43FF-BD24-0CA628AEC718}">
      <dgm:prSet phldrT="[Text]"/>
      <dgm:spPr/>
      <dgm:t>
        <a:bodyPr/>
        <a:lstStyle/>
        <a:p>
          <a:r>
            <a:rPr lang="en-IN" dirty="0"/>
            <a:t>Books</a:t>
          </a:r>
        </a:p>
      </dgm:t>
    </dgm:pt>
    <dgm:pt modelId="{9E776CDF-DD3E-4E3C-A2B5-0A9DAE3CC968}" type="parTrans" cxnId="{B72FC2F1-F6B5-4414-BE07-B252FE0863BC}">
      <dgm:prSet/>
      <dgm:spPr/>
      <dgm:t>
        <a:bodyPr/>
        <a:lstStyle/>
        <a:p>
          <a:endParaRPr lang="en-IN"/>
        </a:p>
      </dgm:t>
    </dgm:pt>
    <dgm:pt modelId="{43FAFF30-FA6B-40BD-8F91-5261D089CB99}" type="sibTrans" cxnId="{B72FC2F1-F6B5-4414-BE07-B252FE0863BC}">
      <dgm:prSet/>
      <dgm:spPr/>
      <dgm:t>
        <a:bodyPr/>
        <a:lstStyle/>
        <a:p>
          <a:endParaRPr lang="en-IN"/>
        </a:p>
      </dgm:t>
    </dgm:pt>
    <dgm:pt modelId="{91B97DB8-8FF7-4A4D-8496-5FD00B3C9CB0}">
      <dgm:prSet phldrT="[Text]"/>
      <dgm:spPr/>
      <dgm:t>
        <a:bodyPr/>
        <a:lstStyle/>
        <a:p>
          <a:r>
            <a:rPr lang="en-IN" dirty="0"/>
            <a:t>Notes</a:t>
          </a:r>
        </a:p>
      </dgm:t>
    </dgm:pt>
    <dgm:pt modelId="{61782964-3025-4CEC-9E4F-766CEEFAEB3F}" type="parTrans" cxnId="{CCE685A7-C740-480E-A0BD-6BFAB45DF614}">
      <dgm:prSet/>
      <dgm:spPr/>
      <dgm:t>
        <a:bodyPr/>
        <a:lstStyle/>
        <a:p>
          <a:endParaRPr lang="en-IN"/>
        </a:p>
      </dgm:t>
    </dgm:pt>
    <dgm:pt modelId="{527FB506-18D3-401F-8DCE-DD6130E544D9}" type="sibTrans" cxnId="{CCE685A7-C740-480E-A0BD-6BFAB45DF614}">
      <dgm:prSet/>
      <dgm:spPr/>
      <dgm:t>
        <a:bodyPr/>
        <a:lstStyle/>
        <a:p>
          <a:endParaRPr lang="en-IN"/>
        </a:p>
      </dgm:t>
    </dgm:pt>
    <dgm:pt modelId="{E4F10F1B-0C56-4293-8E2E-411E601B79D4}">
      <dgm:prSet phldrT="[Text]"/>
      <dgm:spPr/>
      <dgm:t>
        <a:bodyPr/>
        <a:lstStyle/>
        <a:p>
          <a:r>
            <a:rPr lang="en-IN" dirty="0"/>
            <a:t>Presentation</a:t>
          </a:r>
        </a:p>
      </dgm:t>
    </dgm:pt>
    <dgm:pt modelId="{AF964191-4514-404E-8460-626C34347350}" type="parTrans" cxnId="{4F3A3995-0D2E-4E12-85E3-96BCB08120F1}">
      <dgm:prSet/>
      <dgm:spPr/>
      <dgm:t>
        <a:bodyPr/>
        <a:lstStyle/>
        <a:p>
          <a:endParaRPr lang="en-IN"/>
        </a:p>
      </dgm:t>
    </dgm:pt>
    <dgm:pt modelId="{9B4762B5-7114-406D-963C-BEDDBEB62DB6}" type="sibTrans" cxnId="{4F3A3995-0D2E-4E12-85E3-96BCB08120F1}">
      <dgm:prSet/>
      <dgm:spPr/>
      <dgm:t>
        <a:bodyPr/>
        <a:lstStyle/>
        <a:p>
          <a:endParaRPr lang="en-IN"/>
        </a:p>
      </dgm:t>
    </dgm:pt>
    <dgm:pt modelId="{CA2D10BC-BE0D-44BF-BFEE-C7EFD4345F41}">
      <dgm:prSet phldrT="[Text]"/>
      <dgm:spPr/>
      <dgm:t>
        <a:bodyPr/>
        <a:lstStyle/>
        <a:p>
          <a:r>
            <a:rPr lang="en-IN" dirty="0"/>
            <a:t>Emails</a:t>
          </a:r>
        </a:p>
      </dgm:t>
    </dgm:pt>
    <dgm:pt modelId="{18570D8F-DB41-4F86-95C4-FA1F7C4529F4}" type="parTrans" cxnId="{D277CC8C-B00B-4C79-A46B-A88F17633C30}">
      <dgm:prSet/>
      <dgm:spPr/>
      <dgm:t>
        <a:bodyPr/>
        <a:lstStyle/>
        <a:p>
          <a:endParaRPr lang="en-IN"/>
        </a:p>
      </dgm:t>
    </dgm:pt>
    <dgm:pt modelId="{C8E29975-98AE-4BCC-AE3F-ECB7920307E3}" type="sibTrans" cxnId="{D277CC8C-B00B-4C79-A46B-A88F17633C30}">
      <dgm:prSet/>
      <dgm:spPr/>
      <dgm:t>
        <a:bodyPr/>
        <a:lstStyle/>
        <a:p>
          <a:endParaRPr lang="en-IN"/>
        </a:p>
      </dgm:t>
    </dgm:pt>
    <dgm:pt modelId="{14A2D918-879C-4EF1-809D-AEF8B6AE766C}" type="pres">
      <dgm:prSet presAssocID="{4CB4065D-716A-4B4D-AC51-EEAE7BB5C6D8}" presName="linearFlow" presStyleCnt="0">
        <dgm:presLayoutVars>
          <dgm:dir/>
          <dgm:resizeHandles val="exact"/>
        </dgm:presLayoutVars>
      </dgm:prSet>
      <dgm:spPr/>
    </dgm:pt>
    <dgm:pt modelId="{C7C8133A-7667-4877-8A1C-2508FBB1376F}" type="pres">
      <dgm:prSet presAssocID="{5565B334-FFB4-40C8-BD78-33DCD8B554D7}" presName="composite" presStyleCnt="0"/>
      <dgm:spPr/>
    </dgm:pt>
    <dgm:pt modelId="{653BCB61-6BDD-4786-BF58-B81F0546029A}" type="pres">
      <dgm:prSet presAssocID="{5565B334-FFB4-40C8-BD78-33DCD8B554D7}" presName="imgShp" presStyleLbl="fgImgPlace1" presStyleIdx="0" presStyleCnt="6"/>
      <dgm:spPr>
        <a:blipFill dpi="0" rotWithShape="1"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Internet with solid fill"/>
        </a:ext>
      </dgm:extLst>
    </dgm:pt>
    <dgm:pt modelId="{1F7C0539-7A1A-44E4-8DCD-0988681E1414}" type="pres">
      <dgm:prSet presAssocID="{5565B334-FFB4-40C8-BD78-33DCD8B554D7}" presName="txShp" presStyleLbl="node1" presStyleIdx="0" presStyleCnt="6">
        <dgm:presLayoutVars>
          <dgm:bulletEnabled val="1"/>
        </dgm:presLayoutVars>
      </dgm:prSet>
      <dgm:spPr/>
    </dgm:pt>
    <dgm:pt modelId="{614D25A2-C9FE-4914-A835-40FD48429BCE}" type="pres">
      <dgm:prSet presAssocID="{06252B58-2198-4998-910D-523191B6F963}" presName="spacing" presStyleCnt="0"/>
      <dgm:spPr/>
    </dgm:pt>
    <dgm:pt modelId="{8A21E29D-80DD-4254-95E0-183A640849C2}" type="pres">
      <dgm:prSet presAssocID="{FF9A762F-EE67-4771-82BD-8032816CB61D}" presName="composite" presStyleCnt="0"/>
      <dgm:spPr/>
    </dgm:pt>
    <dgm:pt modelId="{A1AAD1F4-1DB8-450B-A933-61419B5462A5}" type="pres">
      <dgm:prSet presAssocID="{FF9A762F-EE67-4771-82BD-8032816CB61D}" presName="imgShp" presStyleLbl="fgImgPlace1" presStyleIdx="1" presStyleCnt="6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 outline"/>
        </a:ext>
      </dgm:extLst>
    </dgm:pt>
    <dgm:pt modelId="{15E575A8-0023-408B-BFA0-E8DEBABB70DF}" type="pres">
      <dgm:prSet presAssocID="{FF9A762F-EE67-4771-82BD-8032816CB61D}" presName="txShp" presStyleLbl="node1" presStyleIdx="1" presStyleCnt="6">
        <dgm:presLayoutVars>
          <dgm:bulletEnabled val="1"/>
        </dgm:presLayoutVars>
      </dgm:prSet>
      <dgm:spPr/>
    </dgm:pt>
    <dgm:pt modelId="{019FAB52-EA93-4691-810E-16E56730A42C}" type="pres">
      <dgm:prSet presAssocID="{B39D50E2-561C-4045-8D0C-768E9A9FDA00}" presName="spacing" presStyleCnt="0"/>
      <dgm:spPr/>
    </dgm:pt>
    <dgm:pt modelId="{8B23C278-3108-41D8-ACE2-D25D3A6A353E}" type="pres">
      <dgm:prSet presAssocID="{91B97DB8-8FF7-4A4D-8496-5FD00B3C9CB0}" presName="composite" presStyleCnt="0"/>
      <dgm:spPr/>
    </dgm:pt>
    <dgm:pt modelId="{A0ABF201-4D69-461F-8C8D-071C2CDD6688}" type="pres">
      <dgm:prSet presAssocID="{91B97DB8-8FF7-4A4D-8496-5FD00B3C9CB0}" presName="imgShp" presStyleLbl="fgImgPlace1" presStyleIdx="2" presStyleCnt="6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ipboard with solid fill"/>
        </a:ext>
      </dgm:extLst>
    </dgm:pt>
    <dgm:pt modelId="{22777079-3421-4A80-AC35-C5A98AE9579C}" type="pres">
      <dgm:prSet presAssocID="{91B97DB8-8FF7-4A4D-8496-5FD00B3C9CB0}" presName="txShp" presStyleLbl="node1" presStyleIdx="2" presStyleCnt="6">
        <dgm:presLayoutVars>
          <dgm:bulletEnabled val="1"/>
        </dgm:presLayoutVars>
      </dgm:prSet>
      <dgm:spPr/>
    </dgm:pt>
    <dgm:pt modelId="{A3D223E2-9B1E-4ACA-9A1B-E3CE422D7557}" type="pres">
      <dgm:prSet presAssocID="{527FB506-18D3-401F-8DCE-DD6130E544D9}" presName="spacing" presStyleCnt="0"/>
      <dgm:spPr/>
    </dgm:pt>
    <dgm:pt modelId="{4F040556-576F-43C7-A20B-93899D0CC4FA}" type="pres">
      <dgm:prSet presAssocID="{67916929-EFD9-43FF-BD24-0CA628AEC718}" presName="composite" presStyleCnt="0"/>
      <dgm:spPr/>
    </dgm:pt>
    <dgm:pt modelId="{6CFC7AF4-9402-4160-8847-136AB83B2EA3}" type="pres">
      <dgm:prSet presAssocID="{67916929-EFD9-43FF-BD24-0CA628AEC718}" presName="imgShp" presStyleLbl="fgImgPlace1" presStyleIdx="3" presStyleCnt="6"/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ooks with solid fill"/>
        </a:ext>
      </dgm:extLst>
    </dgm:pt>
    <dgm:pt modelId="{8056E645-2ED2-49A6-871B-2FA529B6926E}" type="pres">
      <dgm:prSet presAssocID="{67916929-EFD9-43FF-BD24-0CA628AEC718}" presName="txShp" presStyleLbl="node1" presStyleIdx="3" presStyleCnt="6">
        <dgm:presLayoutVars>
          <dgm:bulletEnabled val="1"/>
        </dgm:presLayoutVars>
      </dgm:prSet>
      <dgm:spPr/>
    </dgm:pt>
    <dgm:pt modelId="{A3D4640F-4E87-4CF1-9656-146D4FF61918}" type="pres">
      <dgm:prSet presAssocID="{43FAFF30-FA6B-40BD-8F91-5261D089CB99}" presName="spacing" presStyleCnt="0"/>
      <dgm:spPr/>
    </dgm:pt>
    <dgm:pt modelId="{3BD1D6BB-8AC4-4536-85AA-21D08CA5CF8A}" type="pres">
      <dgm:prSet presAssocID="{E4F10F1B-0C56-4293-8E2E-411E601B79D4}" presName="composite" presStyleCnt="0"/>
      <dgm:spPr/>
    </dgm:pt>
    <dgm:pt modelId="{7D130FA8-4D13-464E-8777-F803E34AB205}" type="pres">
      <dgm:prSet presAssocID="{E4F10F1B-0C56-4293-8E2E-411E601B79D4}" presName="imgShp" presStyleLbl="fgImgPlace1" presStyleIdx="4" presStyleCnt="6"/>
      <dgm:spPr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jector screen with solid fill"/>
        </a:ext>
      </dgm:extLst>
    </dgm:pt>
    <dgm:pt modelId="{564519C0-7319-4651-B084-E081B5B321A2}" type="pres">
      <dgm:prSet presAssocID="{E4F10F1B-0C56-4293-8E2E-411E601B79D4}" presName="txShp" presStyleLbl="node1" presStyleIdx="4" presStyleCnt="6">
        <dgm:presLayoutVars>
          <dgm:bulletEnabled val="1"/>
        </dgm:presLayoutVars>
      </dgm:prSet>
      <dgm:spPr/>
    </dgm:pt>
    <dgm:pt modelId="{9A74B28A-1D4C-464A-A8F0-41376A8098C2}" type="pres">
      <dgm:prSet presAssocID="{9B4762B5-7114-406D-963C-BEDDBEB62DB6}" presName="spacing" presStyleCnt="0"/>
      <dgm:spPr/>
    </dgm:pt>
    <dgm:pt modelId="{8195592E-6D7A-4B70-B760-BE86E8DB1225}" type="pres">
      <dgm:prSet presAssocID="{CA2D10BC-BE0D-44BF-BFEE-C7EFD4345F41}" presName="composite" presStyleCnt="0"/>
      <dgm:spPr/>
    </dgm:pt>
    <dgm:pt modelId="{C3F43EF0-6E6B-4FB2-9F68-03DA792BFC7E}" type="pres">
      <dgm:prSet presAssocID="{CA2D10BC-BE0D-44BF-BFEE-C7EFD4345F41}" presName="imgShp" presStyleLbl="fgImgPlace1" presStyleIdx="5" presStyleCnt="6"/>
      <dgm:spPr>
        <a:blipFill>
          <a:blip xmlns:r="http://schemas.openxmlformats.org/officeDocument/2006/relationships"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nvelope with solid fill"/>
        </a:ext>
      </dgm:extLst>
    </dgm:pt>
    <dgm:pt modelId="{4B17C5B1-C73D-4749-A4F3-61587121ECBB}" type="pres">
      <dgm:prSet presAssocID="{CA2D10BC-BE0D-44BF-BFEE-C7EFD4345F41}" presName="txShp" presStyleLbl="node1" presStyleIdx="5" presStyleCnt="6">
        <dgm:presLayoutVars>
          <dgm:bulletEnabled val="1"/>
        </dgm:presLayoutVars>
      </dgm:prSet>
      <dgm:spPr/>
    </dgm:pt>
  </dgm:ptLst>
  <dgm:cxnLst>
    <dgm:cxn modelId="{03DB0404-2CEF-4FC1-B026-2286D5374EAD}" type="presOf" srcId="{4CB4065D-716A-4B4D-AC51-EEAE7BB5C6D8}" destId="{14A2D918-879C-4EF1-809D-AEF8B6AE766C}" srcOrd="0" destOrd="0" presId="urn:microsoft.com/office/officeart/2005/8/layout/vList3"/>
    <dgm:cxn modelId="{14170206-1B8F-47FB-A0DB-C277E8F6C0CC}" type="presOf" srcId="{FF9A762F-EE67-4771-82BD-8032816CB61D}" destId="{15E575A8-0023-408B-BFA0-E8DEBABB70DF}" srcOrd="0" destOrd="0" presId="urn:microsoft.com/office/officeart/2005/8/layout/vList3"/>
    <dgm:cxn modelId="{79AB4E5E-B883-4962-B5A2-DB868922EF11}" type="presOf" srcId="{E4F10F1B-0C56-4293-8E2E-411E601B79D4}" destId="{564519C0-7319-4651-B084-E081B5B321A2}" srcOrd="0" destOrd="0" presId="urn:microsoft.com/office/officeart/2005/8/layout/vList3"/>
    <dgm:cxn modelId="{A8CD2856-BDC9-4E7B-A42C-D2C3067FEE02}" type="presOf" srcId="{67916929-EFD9-43FF-BD24-0CA628AEC718}" destId="{8056E645-2ED2-49A6-871B-2FA529B6926E}" srcOrd="0" destOrd="0" presId="urn:microsoft.com/office/officeart/2005/8/layout/vList3"/>
    <dgm:cxn modelId="{90189F88-02AF-427C-B0A4-69137C0B2373}" srcId="{4CB4065D-716A-4B4D-AC51-EEAE7BB5C6D8}" destId="{FF9A762F-EE67-4771-82BD-8032816CB61D}" srcOrd="1" destOrd="0" parTransId="{80AB1802-F55D-4773-9E28-E51CC4D62AA3}" sibTransId="{B39D50E2-561C-4045-8D0C-768E9A9FDA00}"/>
    <dgm:cxn modelId="{FC448D8B-8276-4868-81CB-332D8334F083}" srcId="{4CB4065D-716A-4B4D-AC51-EEAE7BB5C6D8}" destId="{5565B334-FFB4-40C8-BD78-33DCD8B554D7}" srcOrd="0" destOrd="0" parTransId="{1050A7D8-444F-400A-B2E1-1DF0F3D35E0C}" sibTransId="{06252B58-2198-4998-910D-523191B6F963}"/>
    <dgm:cxn modelId="{D277CC8C-B00B-4C79-A46B-A88F17633C30}" srcId="{4CB4065D-716A-4B4D-AC51-EEAE7BB5C6D8}" destId="{CA2D10BC-BE0D-44BF-BFEE-C7EFD4345F41}" srcOrd="5" destOrd="0" parTransId="{18570D8F-DB41-4F86-95C4-FA1F7C4529F4}" sibTransId="{C8E29975-98AE-4BCC-AE3F-ECB7920307E3}"/>
    <dgm:cxn modelId="{4F3A3995-0D2E-4E12-85E3-96BCB08120F1}" srcId="{4CB4065D-716A-4B4D-AC51-EEAE7BB5C6D8}" destId="{E4F10F1B-0C56-4293-8E2E-411E601B79D4}" srcOrd="4" destOrd="0" parTransId="{AF964191-4514-404E-8460-626C34347350}" sibTransId="{9B4762B5-7114-406D-963C-BEDDBEB62DB6}"/>
    <dgm:cxn modelId="{A1D6AD9A-AEA8-4A3D-B5D9-DC0408E52E8D}" type="presOf" srcId="{91B97DB8-8FF7-4A4D-8496-5FD00B3C9CB0}" destId="{22777079-3421-4A80-AC35-C5A98AE9579C}" srcOrd="0" destOrd="0" presId="urn:microsoft.com/office/officeart/2005/8/layout/vList3"/>
    <dgm:cxn modelId="{CCE685A7-C740-480E-A0BD-6BFAB45DF614}" srcId="{4CB4065D-716A-4B4D-AC51-EEAE7BB5C6D8}" destId="{91B97DB8-8FF7-4A4D-8496-5FD00B3C9CB0}" srcOrd="2" destOrd="0" parTransId="{61782964-3025-4CEC-9E4F-766CEEFAEB3F}" sibTransId="{527FB506-18D3-401F-8DCE-DD6130E544D9}"/>
    <dgm:cxn modelId="{63D7BBBD-DCC4-4648-82DE-1DFF875281EF}" type="presOf" srcId="{CA2D10BC-BE0D-44BF-BFEE-C7EFD4345F41}" destId="{4B17C5B1-C73D-4749-A4F3-61587121ECBB}" srcOrd="0" destOrd="0" presId="urn:microsoft.com/office/officeart/2005/8/layout/vList3"/>
    <dgm:cxn modelId="{FCBBDECD-23A6-44A4-9F9B-0FF7847556C0}" type="presOf" srcId="{5565B334-FFB4-40C8-BD78-33DCD8B554D7}" destId="{1F7C0539-7A1A-44E4-8DCD-0988681E1414}" srcOrd="0" destOrd="0" presId="urn:microsoft.com/office/officeart/2005/8/layout/vList3"/>
    <dgm:cxn modelId="{B72FC2F1-F6B5-4414-BE07-B252FE0863BC}" srcId="{4CB4065D-716A-4B4D-AC51-EEAE7BB5C6D8}" destId="{67916929-EFD9-43FF-BD24-0CA628AEC718}" srcOrd="3" destOrd="0" parTransId="{9E776CDF-DD3E-4E3C-A2B5-0A9DAE3CC968}" sibTransId="{43FAFF30-FA6B-40BD-8F91-5261D089CB99}"/>
    <dgm:cxn modelId="{569CA753-4C72-431B-996D-B6DD60CE1CC9}" type="presParOf" srcId="{14A2D918-879C-4EF1-809D-AEF8B6AE766C}" destId="{C7C8133A-7667-4877-8A1C-2508FBB1376F}" srcOrd="0" destOrd="0" presId="urn:microsoft.com/office/officeart/2005/8/layout/vList3"/>
    <dgm:cxn modelId="{E5D469F3-F3E9-4D24-8BD5-CD662B0FD6E6}" type="presParOf" srcId="{C7C8133A-7667-4877-8A1C-2508FBB1376F}" destId="{653BCB61-6BDD-4786-BF58-B81F0546029A}" srcOrd="0" destOrd="0" presId="urn:microsoft.com/office/officeart/2005/8/layout/vList3"/>
    <dgm:cxn modelId="{BB4D74FB-C638-4323-BC7C-7A46668519EE}" type="presParOf" srcId="{C7C8133A-7667-4877-8A1C-2508FBB1376F}" destId="{1F7C0539-7A1A-44E4-8DCD-0988681E1414}" srcOrd="1" destOrd="0" presId="urn:microsoft.com/office/officeart/2005/8/layout/vList3"/>
    <dgm:cxn modelId="{6E1AD04E-108B-40E2-93D5-E614AF367127}" type="presParOf" srcId="{14A2D918-879C-4EF1-809D-AEF8B6AE766C}" destId="{614D25A2-C9FE-4914-A835-40FD48429BCE}" srcOrd="1" destOrd="0" presId="urn:microsoft.com/office/officeart/2005/8/layout/vList3"/>
    <dgm:cxn modelId="{2A04EF11-DFC3-4C35-99B6-6104F787E4CC}" type="presParOf" srcId="{14A2D918-879C-4EF1-809D-AEF8B6AE766C}" destId="{8A21E29D-80DD-4254-95E0-183A640849C2}" srcOrd="2" destOrd="0" presId="urn:microsoft.com/office/officeart/2005/8/layout/vList3"/>
    <dgm:cxn modelId="{7E9182A8-92CE-4435-AE61-19BC344B8762}" type="presParOf" srcId="{8A21E29D-80DD-4254-95E0-183A640849C2}" destId="{A1AAD1F4-1DB8-450B-A933-61419B5462A5}" srcOrd="0" destOrd="0" presId="urn:microsoft.com/office/officeart/2005/8/layout/vList3"/>
    <dgm:cxn modelId="{909FB8AF-F891-4DDC-8110-4A432DCCE942}" type="presParOf" srcId="{8A21E29D-80DD-4254-95E0-183A640849C2}" destId="{15E575A8-0023-408B-BFA0-E8DEBABB70DF}" srcOrd="1" destOrd="0" presId="urn:microsoft.com/office/officeart/2005/8/layout/vList3"/>
    <dgm:cxn modelId="{51435113-9A5B-49A8-916E-970C691A50C0}" type="presParOf" srcId="{14A2D918-879C-4EF1-809D-AEF8B6AE766C}" destId="{019FAB52-EA93-4691-810E-16E56730A42C}" srcOrd="3" destOrd="0" presId="urn:microsoft.com/office/officeart/2005/8/layout/vList3"/>
    <dgm:cxn modelId="{DB884D71-4399-458D-8E24-DDA3A3F4D12F}" type="presParOf" srcId="{14A2D918-879C-4EF1-809D-AEF8B6AE766C}" destId="{8B23C278-3108-41D8-ACE2-D25D3A6A353E}" srcOrd="4" destOrd="0" presId="urn:microsoft.com/office/officeart/2005/8/layout/vList3"/>
    <dgm:cxn modelId="{B9CB2DEE-C04F-46D7-A736-FB41AE27E340}" type="presParOf" srcId="{8B23C278-3108-41D8-ACE2-D25D3A6A353E}" destId="{A0ABF201-4D69-461F-8C8D-071C2CDD6688}" srcOrd="0" destOrd="0" presId="urn:microsoft.com/office/officeart/2005/8/layout/vList3"/>
    <dgm:cxn modelId="{A8EE7F7E-66F6-4A4E-831C-FDA778C090CB}" type="presParOf" srcId="{8B23C278-3108-41D8-ACE2-D25D3A6A353E}" destId="{22777079-3421-4A80-AC35-C5A98AE9579C}" srcOrd="1" destOrd="0" presId="urn:microsoft.com/office/officeart/2005/8/layout/vList3"/>
    <dgm:cxn modelId="{B704D0A5-6C36-497F-B2CA-049FE3D54C51}" type="presParOf" srcId="{14A2D918-879C-4EF1-809D-AEF8B6AE766C}" destId="{A3D223E2-9B1E-4ACA-9A1B-E3CE422D7557}" srcOrd="5" destOrd="0" presId="urn:microsoft.com/office/officeart/2005/8/layout/vList3"/>
    <dgm:cxn modelId="{93DEE4A1-BE4F-42BD-8530-8B548A4DD99F}" type="presParOf" srcId="{14A2D918-879C-4EF1-809D-AEF8B6AE766C}" destId="{4F040556-576F-43C7-A20B-93899D0CC4FA}" srcOrd="6" destOrd="0" presId="urn:microsoft.com/office/officeart/2005/8/layout/vList3"/>
    <dgm:cxn modelId="{BB2A96F6-142B-48BB-AA15-106ABB47CBCA}" type="presParOf" srcId="{4F040556-576F-43C7-A20B-93899D0CC4FA}" destId="{6CFC7AF4-9402-4160-8847-136AB83B2EA3}" srcOrd="0" destOrd="0" presId="urn:microsoft.com/office/officeart/2005/8/layout/vList3"/>
    <dgm:cxn modelId="{0A7AFD66-FA15-469E-8A78-0B3C8E3BD296}" type="presParOf" srcId="{4F040556-576F-43C7-A20B-93899D0CC4FA}" destId="{8056E645-2ED2-49A6-871B-2FA529B6926E}" srcOrd="1" destOrd="0" presId="urn:microsoft.com/office/officeart/2005/8/layout/vList3"/>
    <dgm:cxn modelId="{D6D2D7B3-2842-4791-B700-091CBBB4F1F2}" type="presParOf" srcId="{14A2D918-879C-4EF1-809D-AEF8B6AE766C}" destId="{A3D4640F-4E87-4CF1-9656-146D4FF61918}" srcOrd="7" destOrd="0" presId="urn:microsoft.com/office/officeart/2005/8/layout/vList3"/>
    <dgm:cxn modelId="{703F5427-3654-4600-AF04-B6976C004D31}" type="presParOf" srcId="{14A2D918-879C-4EF1-809D-AEF8B6AE766C}" destId="{3BD1D6BB-8AC4-4536-85AA-21D08CA5CF8A}" srcOrd="8" destOrd="0" presId="urn:microsoft.com/office/officeart/2005/8/layout/vList3"/>
    <dgm:cxn modelId="{939AE573-4E10-40CC-93CA-F868C6EAD2A7}" type="presParOf" srcId="{3BD1D6BB-8AC4-4536-85AA-21D08CA5CF8A}" destId="{7D130FA8-4D13-464E-8777-F803E34AB205}" srcOrd="0" destOrd="0" presId="urn:microsoft.com/office/officeart/2005/8/layout/vList3"/>
    <dgm:cxn modelId="{92823160-A63F-4974-8B51-45D11A94D861}" type="presParOf" srcId="{3BD1D6BB-8AC4-4536-85AA-21D08CA5CF8A}" destId="{564519C0-7319-4651-B084-E081B5B321A2}" srcOrd="1" destOrd="0" presId="urn:microsoft.com/office/officeart/2005/8/layout/vList3"/>
    <dgm:cxn modelId="{F10D4810-1722-45EC-B451-8CCF2121ED0B}" type="presParOf" srcId="{14A2D918-879C-4EF1-809D-AEF8B6AE766C}" destId="{9A74B28A-1D4C-464A-A8F0-41376A8098C2}" srcOrd="9" destOrd="0" presId="urn:microsoft.com/office/officeart/2005/8/layout/vList3"/>
    <dgm:cxn modelId="{12C8E868-4D79-4E78-9907-3C4252064C4C}" type="presParOf" srcId="{14A2D918-879C-4EF1-809D-AEF8B6AE766C}" destId="{8195592E-6D7A-4B70-B760-BE86E8DB1225}" srcOrd="10" destOrd="0" presId="urn:microsoft.com/office/officeart/2005/8/layout/vList3"/>
    <dgm:cxn modelId="{93B2148E-CE3F-46EE-9575-91135475FAB2}" type="presParOf" srcId="{8195592E-6D7A-4B70-B760-BE86E8DB1225}" destId="{C3F43EF0-6E6B-4FB2-9F68-03DA792BFC7E}" srcOrd="0" destOrd="0" presId="urn:microsoft.com/office/officeart/2005/8/layout/vList3"/>
    <dgm:cxn modelId="{8BE20431-E7AD-4D94-B47E-C834E4CDF88E}" type="presParOf" srcId="{8195592E-6D7A-4B70-B760-BE86E8DB1225}" destId="{4B17C5B1-C73D-4749-A4F3-61587121ECBB}" srcOrd="1" destOrd="0" presId="urn:microsoft.com/office/officeart/2005/8/layout/vList3"/>
  </dgm:cxnLst>
  <dgm:bg>
    <a:solidFill>
      <a:schemeClr val="bg1"/>
    </a:solidFill>
  </dgm:bg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7C0539-7A1A-44E4-8DCD-0988681E1414}">
      <dsp:nvSpPr>
        <dsp:cNvPr id="0" name=""/>
        <dsp:cNvSpPr/>
      </dsp:nvSpPr>
      <dsp:spPr>
        <a:xfrm rot="10800000">
          <a:off x="2217686" y="906"/>
          <a:ext cx="8078723" cy="731280"/>
        </a:xfrm>
        <a:prstGeom prst="homePlate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22474" tIns="129540" rIns="241808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400" kern="1200" dirty="0"/>
            <a:t>Websites</a:t>
          </a:r>
        </a:p>
      </dsp:txBody>
      <dsp:txXfrm rot="10800000">
        <a:off x="2400506" y="906"/>
        <a:ext cx="7895903" cy="731280"/>
      </dsp:txXfrm>
    </dsp:sp>
    <dsp:sp modelId="{653BCB61-6BDD-4786-BF58-B81F0546029A}">
      <dsp:nvSpPr>
        <dsp:cNvPr id="0" name=""/>
        <dsp:cNvSpPr/>
      </dsp:nvSpPr>
      <dsp:spPr>
        <a:xfrm>
          <a:off x="1852046" y="906"/>
          <a:ext cx="731280" cy="731280"/>
        </a:xfrm>
        <a:prstGeom prst="ellipse">
          <a:avLst/>
        </a:prstGeom>
        <a:blipFill dpi="0" rotWithShape="1"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15E575A8-0023-408B-BFA0-E8DEBABB70DF}">
      <dsp:nvSpPr>
        <dsp:cNvPr id="0" name=""/>
        <dsp:cNvSpPr/>
      </dsp:nvSpPr>
      <dsp:spPr>
        <a:xfrm rot="10800000">
          <a:off x="2217686" y="950479"/>
          <a:ext cx="8078723" cy="731280"/>
        </a:xfrm>
        <a:prstGeom prst="homePlate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22474" tIns="129540" rIns="241808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400" kern="1200" dirty="0"/>
            <a:t>Documents</a:t>
          </a:r>
        </a:p>
      </dsp:txBody>
      <dsp:txXfrm rot="10800000">
        <a:off x="2400506" y="950479"/>
        <a:ext cx="7895903" cy="731280"/>
      </dsp:txXfrm>
    </dsp:sp>
    <dsp:sp modelId="{A1AAD1F4-1DB8-450B-A933-61419B5462A5}">
      <dsp:nvSpPr>
        <dsp:cNvPr id="0" name=""/>
        <dsp:cNvSpPr/>
      </dsp:nvSpPr>
      <dsp:spPr>
        <a:xfrm>
          <a:off x="1852046" y="950479"/>
          <a:ext cx="731280" cy="731280"/>
        </a:xfrm>
        <a:prstGeom prst="ellipse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22777079-3421-4A80-AC35-C5A98AE9579C}">
      <dsp:nvSpPr>
        <dsp:cNvPr id="0" name=""/>
        <dsp:cNvSpPr/>
      </dsp:nvSpPr>
      <dsp:spPr>
        <a:xfrm rot="10800000">
          <a:off x="2217686" y="1900052"/>
          <a:ext cx="8078723" cy="731280"/>
        </a:xfrm>
        <a:prstGeom prst="homePlate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22474" tIns="129540" rIns="241808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400" kern="1200" dirty="0"/>
            <a:t>Notes</a:t>
          </a:r>
        </a:p>
      </dsp:txBody>
      <dsp:txXfrm rot="10800000">
        <a:off x="2400506" y="1900052"/>
        <a:ext cx="7895903" cy="731280"/>
      </dsp:txXfrm>
    </dsp:sp>
    <dsp:sp modelId="{A0ABF201-4D69-461F-8C8D-071C2CDD6688}">
      <dsp:nvSpPr>
        <dsp:cNvPr id="0" name=""/>
        <dsp:cNvSpPr/>
      </dsp:nvSpPr>
      <dsp:spPr>
        <a:xfrm>
          <a:off x="1852046" y="1900052"/>
          <a:ext cx="731280" cy="731280"/>
        </a:xfrm>
        <a:prstGeom prst="ellipse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8056E645-2ED2-49A6-871B-2FA529B6926E}">
      <dsp:nvSpPr>
        <dsp:cNvPr id="0" name=""/>
        <dsp:cNvSpPr/>
      </dsp:nvSpPr>
      <dsp:spPr>
        <a:xfrm rot="10800000">
          <a:off x="2217686" y="2849624"/>
          <a:ext cx="8078723" cy="731280"/>
        </a:xfrm>
        <a:prstGeom prst="homePlate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22474" tIns="129540" rIns="241808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400" kern="1200" dirty="0"/>
            <a:t>Books</a:t>
          </a:r>
        </a:p>
      </dsp:txBody>
      <dsp:txXfrm rot="10800000">
        <a:off x="2400506" y="2849624"/>
        <a:ext cx="7895903" cy="731280"/>
      </dsp:txXfrm>
    </dsp:sp>
    <dsp:sp modelId="{6CFC7AF4-9402-4160-8847-136AB83B2EA3}">
      <dsp:nvSpPr>
        <dsp:cNvPr id="0" name=""/>
        <dsp:cNvSpPr/>
      </dsp:nvSpPr>
      <dsp:spPr>
        <a:xfrm>
          <a:off x="1852046" y="2849624"/>
          <a:ext cx="731280" cy="731280"/>
        </a:xfrm>
        <a:prstGeom prst="ellipse">
          <a:avLst/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564519C0-7319-4651-B084-E081B5B321A2}">
      <dsp:nvSpPr>
        <dsp:cNvPr id="0" name=""/>
        <dsp:cNvSpPr/>
      </dsp:nvSpPr>
      <dsp:spPr>
        <a:xfrm rot="10800000">
          <a:off x="2217686" y="3799197"/>
          <a:ext cx="8078723" cy="731280"/>
        </a:xfrm>
        <a:prstGeom prst="homePlate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22474" tIns="129540" rIns="241808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400" kern="1200" dirty="0"/>
            <a:t>Presentation</a:t>
          </a:r>
        </a:p>
      </dsp:txBody>
      <dsp:txXfrm rot="10800000">
        <a:off x="2400506" y="3799197"/>
        <a:ext cx="7895903" cy="731280"/>
      </dsp:txXfrm>
    </dsp:sp>
    <dsp:sp modelId="{7D130FA8-4D13-464E-8777-F803E34AB205}">
      <dsp:nvSpPr>
        <dsp:cNvPr id="0" name=""/>
        <dsp:cNvSpPr/>
      </dsp:nvSpPr>
      <dsp:spPr>
        <a:xfrm>
          <a:off x="1852046" y="3799197"/>
          <a:ext cx="731280" cy="731280"/>
        </a:xfrm>
        <a:prstGeom prst="ellipse">
          <a:avLst/>
        </a:prstGeom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4B17C5B1-C73D-4749-A4F3-61587121ECBB}">
      <dsp:nvSpPr>
        <dsp:cNvPr id="0" name=""/>
        <dsp:cNvSpPr/>
      </dsp:nvSpPr>
      <dsp:spPr>
        <a:xfrm rot="10800000">
          <a:off x="2217686" y="4748770"/>
          <a:ext cx="8078723" cy="731280"/>
        </a:xfrm>
        <a:prstGeom prst="homePlate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22474" tIns="129540" rIns="241808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400" kern="1200" dirty="0"/>
            <a:t>Emails</a:t>
          </a:r>
        </a:p>
      </dsp:txBody>
      <dsp:txXfrm rot="10800000">
        <a:off x="2400506" y="4748770"/>
        <a:ext cx="7895903" cy="731280"/>
      </dsp:txXfrm>
    </dsp:sp>
    <dsp:sp modelId="{C3F43EF0-6E6B-4FB2-9F68-03DA792BFC7E}">
      <dsp:nvSpPr>
        <dsp:cNvPr id="0" name=""/>
        <dsp:cNvSpPr/>
      </dsp:nvSpPr>
      <dsp:spPr>
        <a:xfrm>
          <a:off x="1852046" y="4748770"/>
          <a:ext cx="731280" cy="731280"/>
        </a:xfrm>
        <a:prstGeom prst="ellipse">
          <a:avLst/>
        </a:prstGeom>
        <a:blipFill>
          <a:blip xmlns:r="http://schemas.openxmlformats.org/officeDocument/2006/relationships"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3">
  <dgm:title val=""/>
  <dgm:desc val=""/>
  <dgm:catLst>
    <dgm:cat type="list" pri="14000"/>
    <dgm:cat type="convert" pri="3000"/>
    <dgm:cat type="picture" pri="27000"/>
    <dgm:cat type="pictureconvert" pri="27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alg type="lin">
      <dgm:param type="linDir" val="fromT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w" for="ch" forName="composite" refType="w"/>
      <dgm:constr type="h" for="ch" forName="composite" refType="h"/>
      <dgm:constr type="h" for="ch" forName="spacing" refType="h" refFor="ch" refForName="composite" fact="0.25"/>
      <dgm:constr type="h" for="ch" forName="spacing" refType="w" op="lte" fact="0.1"/>
      <dgm:constr type="primFontSz" for="des" ptType="node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l" for="ch" forName="imgShp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l" for="ch" forName="txShp" refType="w" refFor="ch" refForName="imgShp" fact="0.5"/>
              <dgm:constr type="lMarg" for="ch" forName="txShp" refType="w" refFor="ch" refForName="imgShp" fact="1.25"/>
            </dgm:constrLst>
          </dgm:if>
          <dgm:else name="Name3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r" for="ch" forName="imgShp" refType="w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r" for="ch" forName="txShp" refType="ctrX" refFor="ch" refForName="imgShp"/>
              <dgm:constr type="rMarg" for="ch" forName="txShp" refType="w" refFor="ch" refForName="imgShp" fact="1.25"/>
            </dgm:constrLst>
          </dgm:else>
        </dgm:choose>
        <dgm:ruleLst/>
        <dgm:layoutNode name="imgShp" styleLbl="fgImgPlac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  <dgm:layoutNode name="txShp">
          <dgm:varLst>
            <dgm:bulletEnabled val="1"/>
          </dgm:varLst>
          <dgm:alg type="tx"/>
          <dgm:choose name="Name4">
            <dgm:if name="Name5" func="var" arg="dir" op="equ" val="norm">
              <dgm:shape xmlns:r="http://schemas.openxmlformats.org/officeDocument/2006/relationships" rot="180" type="homePlate" r:blip="" zOrderOff="-1">
                <dgm:adjLst/>
              </dgm:shape>
            </dgm:if>
            <dgm:else name="Name6">
              <dgm:shape xmlns:r="http://schemas.openxmlformats.org/officeDocument/2006/relationships" type="homePlate" r:blip="" zOrderOff="-1">
                <dgm:adjLst/>
              </dgm:shape>
            </dgm:else>
          </dgm:choose>
          <dgm:presOf axis="desOrSelf" ptType="node"/>
          <dgm:constrLst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layoutNode>
      <dgm:forEach name="Name7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2E040F-5B67-45C2-AB20-74E1C646C8CA}" type="datetimeFigureOut">
              <a:rPr lang="en-IN" smtClean="0"/>
              <a:t>14-03-2025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45FC1C-588B-4A38-9F7C-E8E5DAED71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57887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5FC1C-588B-4A38-9F7C-E8E5DAED71F6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88463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FD7D0-BF4F-4E08-BD42-AA649BFE9809}" type="datetimeFigureOut">
              <a:rPr lang="en-IN" smtClean="0"/>
              <a:t>14-03-2025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1E1C4-2A87-4EAF-B0F0-586AB58FC0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98702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3352800"/>
            <a:ext cx="13716000" cy="3581400"/>
          </a:xfrm>
          <a:solidFill>
            <a:schemeClr val="bg1"/>
          </a:solidFill>
        </p:spPr>
        <p:txBody>
          <a:bodyPr anchor="ctr"/>
          <a:lstStyle>
            <a:lvl1pPr algn="ctr">
              <a:defRPr sz="9000">
                <a:solidFill>
                  <a:srgbClr val="0009C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FD7D0-BF4F-4E08-BD42-AA649BFE9809}" type="datetimeFigureOut">
              <a:rPr lang="en-IN" smtClean="0"/>
              <a:t>14-03-2025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1E1C4-2A87-4EAF-B0F0-586AB58FC0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9081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2756971"/>
            <a:ext cx="13716000" cy="3581400"/>
          </a:xfrm>
        </p:spPr>
        <p:txBody>
          <a:bodyPr anchor="b"/>
          <a:lstStyle>
            <a:lvl1pPr algn="ctr">
              <a:defRPr sz="9000">
                <a:solidFill>
                  <a:srgbClr val="0E415A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FD7D0-BF4F-4E08-BD42-AA649BFE9809}" type="datetimeFigureOut">
              <a:rPr lang="en-IN" smtClean="0"/>
              <a:t>14-03-2025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1E1C4-2A87-4EAF-B0F0-586AB58FC0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5736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7300" y="547689"/>
            <a:ext cx="15773400" cy="1161842"/>
          </a:xfrm>
        </p:spPr>
        <p:txBody>
          <a:bodyPr/>
          <a:lstStyle>
            <a:lvl1pPr>
              <a:defRPr b="0">
                <a:solidFill>
                  <a:srgbClr val="0009C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57300" y="2146852"/>
            <a:ext cx="15773400" cy="7118593"/>
          </a:xfrm>
        </p:spPr>
        <p:txBody>
          <a:bodyPr/>
          <a:lstStyle>
            <a:lvl1pPr>
              <a:defRPr i="0"/>
            </a:lvl1pPr>
            <a:lvl2pPr>
              <a:defRPr i="0"/>
            </a:lvl2pPr>
            <a:lvl3pPr>
              <a:defRPr i="0"/>
            </a:lvl3pPr>
            <a:lvl4pPr>
              <a:defRPr i="0"/>
            </a:lvl4pPr>
            <a:lvl5pPr>
              <a:defRPr i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FD7D0-BF4F-4E08-BD42-AA649BFE9809}" type="datetimeFigureOut">
              <a:rPr lang="en-IN" smtClean="0"/>
              <a:t>14-03-2025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1E1C4-2A87-4EAF-B0F0-586AB58FC0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22402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7300" y="547689"/>
            <a:ext cx="15773400" cy="1161842"/>
          </a:xfrm>
        </p:spPr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57300" y="2146852"/>
            <a:ext cx="15773400" cy="7118593"/>
          </a:xfrm>
        </p:spPr>
        <p:txBody>
          <a:bodyPr/>
          <a:lstStyle>
            <a:lvl1pPr>
              <a:defRPr i="0">
                <a:solidFill>
                  <a:schemeClr val="bg1"/>
                </a:solidFill>
              </a:defRPr>
            </a:lvl1pPr>
            <a:lvl2pPr>
              <a:defRPr i="0">
                <a:solidFill>
                  <a:schemeClr val="bg1"/>
                </a:solidFill>
              </a:defRPr>
            </a:lvl2pPr>
            <a:lvl3pPr>
              <a:defRPr i="0">
                <a:solidFill>
                  <a:schemeClr val="bg1"/>
                </a:solidFill>
              </a:defRPr>
            </a:lvl3pPr>
            <a:lvl4pPr>
              <a:defRPr i="0">
                <a:solidFill>
                  <a:schemeClr val="bg1"/>
                </a:solidFill>
              </a:defRPr>
            </a:lvl4pPr>
            <a:lvl5pPr>
              <a:defRPr i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FD7D0-BF4F-4E08-BD42-AA649BFE9809}" type="datetimeFigureOut">
              <a:rPr lang="en-IN" smtClean="0"/>
              <a:t>14-03-2025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1E1C4-2A87-4EAF-B0F0-586AB58FC0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92127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82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82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FD7D0-BF4F-4E08-BD42-AA649BFE9809}" type="datetimeFigureOut">
              <a:rPr lang="en-IN" smtClean="0"/>
              <a:t>14-03-2025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1E1C4-2A87-4EAF-B0F0-586AB58FC0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2544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FD7D0-BF4F-4E08-BD42-AA649BFE9809}" type="datetimeFigureOut">
              <a:rPr lang="en-IN" smtClean="0"/>
              <a:t>14-03-2025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1E1C4-2A87-4EAF-B0F0-586AB58FC0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3186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3" y="3757613"/>
            <a:ext cx="7736681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FD7D0-BF4F-4E08-BD42-AA649BFE9809}" type="datetimeFigureOut">
              <a:rPr lang="en-IN" smtClean="0"/>
              <a:t>14-03-2025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1E1C4-2A87-4EAF-B0F0-586AB58FC0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6232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7300" y="547689"/>
            <a:ext cx="15773400" cy="10425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FD7D0-BF4F-4E08-BD42-AA649BFE9809}" type="datetimeFigureOut">
              <a:rPr lang="en-IN" smtClean="0"/>
              <a:t>14-03-2025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1E1C4-2A87-4EAF-B0F0-586AB58FC0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2557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FD7D0-BF4F-4E08-BD42-AA649BFE9809}" type="datetimeFigureOut">
              <a:rPr lang="en-IN" smtClean="0"/>
              <a:t>14-03-2025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1E1C4-2A87-4EAF-B0F0-586AB58FC0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31976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0" userDrawn="1">
          <p15:clr>
            <a:srgbClr val="FBAE40"/>
          </p15:clr>
        </p15:guide>
        <p15:guide id="2" pos="576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FD7D0-BF4F-4E08-BD42-AA649BFE9809}" type="datetimeFigureOut">
              <a:rPr lang="en-IN" smtClean="0"/>
              <a:t>14-03-2025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1E1C4-2A87-4EAF-B0F0-586AB58FC0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9708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 anchor="t"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FD7D0-BF4F-4E08-BD42-AA649BFE9809}" type="datetimeFigureOut">
              <a:rPr lang="en-IN" smtClean="0"/>
              <a:t>14-03-2025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1E1C4-2A87-4EAF-B0F0-586AB58FC0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97237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FD7D0-BF4F-4E08-BD42-AA649BFE9809}" type="datetimeFigureOut">
              <a:rPr lang="en-IN" smtClean="0"/>
              <a:t>14-03-2025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1E1C4-2A87-4EAF-B0F0-586AB58FC0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57767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FD7D0-BF4F-4E08-BD42-AA649BFE9809}" type="datetimeFigureOut">
              <a:rPr lang="en-IN" smtClean="0"/>
              <a:t>14-03-2025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1E1C4-2A87-4EAF-B0F0-586AB58FC0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58902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2FD7D0-BF4F-4E08-BD42-AA649BFE9809}" type="datetimeFigureOut">
              <a:rPr lang="en-IN" smtClean="0"/>
              <a:t>14-03-2025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31E1C4-2A87-4EAF-B0F0-586AB58FC0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8563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74" r:id="rId3"/>
    <p:sldLayoutId id="2147483662" r:id="rId4"/>
    <p:sldLayoutId id="2147483673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  <p:sldLayoutId id="2147483671" r:id="rId14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b="0" i="0" kern="1200">
          <a:solidFill>
            <a:schemeClr val="tx1"/>
          </a:solidFill>
          <a:latin typeface="+mn-lt"/>
          <a:ea typeface="Noto Sans" panose="020B0502040504020204" pitchFamily="34" charset="0"/>
          <a:cs typeface="Noto Sans" panose="020B0502040504020204" pitchFamily="34" charset="0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b="0" i="0" kern="1200">
          <a:solidFill>
            <a:schemeClr val="tx1"/>
          </a:solidFill>
          <a:latin typeface="+mn-lt"/>
          <a:ea typeface="Noto Sans" panose="020B0502040504020204" pitchFamily="34" charset="0"/>
          <a:cs typeface="Noto Sans" panose="020B0502040504020204" pitchFamily="34" charset="0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b="0" i="0" kern="1200">
          <a:solidFill>
            <a:schemeClr val="tx1"/>
          </a:solidFill>
          <a:latin typeface="+mn-lt"/>
          <a:ea typeface="Noto Sans" panose="020B0502040504020204" pitchFamily="34" charset="0"/>
          <a:cs typeface="Noto Sans" panose="020B0502040504020204" pitchFamily="34" charset="0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b="0" i="0" kern="1200">
          <a:solidFill>
            <a:schemeClr val="tx1"/>
          </a:solidFill>
          <a:latin typeface="+mn-lt"/>
          <a:ea typeface="Noto Sans" panose="020B0502040504020204" pitchFamily="34" charset="0"/>
          <a:cs typeface="Noto Sans" panose="020B0502040504020204" pitchFamily="34" charset="0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b="0" i="0" kern="1200">
          <a:solidFill>
            <a:schemeClr val="tx1"/>
          </a:solidFill>
          <a:latin typeface="+mn-lt"/>
          <a:ea typeface="Noto Sans" panose="020B0502040504020204" pitchFamily="34" charset="0"/>
          <a:cs typeface="Noto Sans" panose="020B0502040504020204" pitchFamily="34" charset="0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 userDrawn="1">
          <p15:clr>
            <a:srgbClr val="F26B43"/>
          </p15:clr>
        </p15:guide>
        <p15:guide id="2" pos="57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7" Type="http://schemas.openxmlformats.org/officeDocument/2006/relationships/image" Target="../media/image18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9EBFE-C9A4-4FF5-7F46-459D77021C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9661678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529A3-A886-6387-60C7-07017FE92D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>
                <a:ea typeface="Roboto" panose="02000000000000000000" pitchFamily="2" charset="0"/>
              </a:rPr>
              <a:t>Markdown</a:t>
            </a:r>
          </a:p>
        </p:txBody>
      </p:sp>
    </p:spTree>
    <p:extLst>
      <p:ext uri="{BB962C8B-B14F-4D97-AF65-F5344CB8AC3E}">
        <p14:creationId xmlns:p14="http://schemas.microsoft.com/office/powerpoint/2010/main" val="27307880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85D01-91BF-F651-5018-DF16E41FD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Markdown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A03D1-6352-BAF6-CA14-CCDC59424A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61367"/>
            <a:ext cx="15773400" cy="7118593"/>
          </a:xfrm>
        </p:spPr>
        <p:txBody>
          <a:bodyPr/>
          <a:lstStyle/>
          <a:p>
            <a:r>
              <a:rPr lang="en-IN" dirty="0"/>
              <a:t>Markdown is used for technical documentation</a:t>
            </a:r>
          </a:p>
        </p:txBody>
      </p:sp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13026EBB-64E0-F68A-4AC3-C1E66445F00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3450907"/>
              </p:ext>
            </p:extLst>
          </p:nvPr>
        </p:nvGraphicFramePr>
        <p:xfrm>
          <a:off x="3069772" y="3634015"/>
          <a:ext cx="12148456" cy="54809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987639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653BCB61-6BDD-4786-BF58-B81F0546029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1F7C0539-7A1A-44E4-8DCD-0988681E141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A1AAD1F4-1DB8-450B-A933-61419B5462A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15E575A8-0023-408B-BFA0-E8DEBABB70D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A0ABF201-4D69-461F-8C8D-071C2CDD668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22777079-3421-4A80-AC35-C5A98AE9579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6CFC7AF4-9402-4160-8847-136AB83B2EA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8056E645-2ED2-49A6-871B-2FA529B6926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7D130FA8-4D13-464E-8777-F803E34AB20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564519C0-7319-4651-B084-E081B5B321A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C3F43EF0-6E6B-4FB2-9F68-03DA792BFC7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4B17C5B1-C73D-4749-A4F3-61587121ECB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C8C47-E572-1C81-4337-7341071A0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Free High-Quality Docusaurus Logo for Creative Design">
            <a:extLst>
              <a:ext uri="{FF2B5EF4-FFF2-40B4-BE49-F238E27FC236}">
                <a16:creationId xmlns:a16="http://schemas.microsoft.com/office/drawing/2014/main" id="{0EEEE158-7100-865C-56E0-526984C1CB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363" y="1867955"/>
            <a:ext cx="4472214" cy="4472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F78626-D5AA-E55B-829A-8A837B402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Markdown – static sites generators</a:t>
            </a:r>
          </a:p>
        </p:txBody>
      </p:sp>
      <p:pic>
        <p:nvPicPr>
          <p:cNvPr id="1026" name="Picture 2" descr="GitHub - minidocks/mkdocs">
            <a:extLst>
              <a:ext uri="{FF2B5EF4-FFF2-40B4-BE49-F238E27FC236}">
                <a16:creationId xmlns:a16="http://schemas.microsoft.com/office/drawing/2014/main" id="{FFB709E9-3C44-4221-022B-61152E424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7182" y="3050338"/>
            <a:ext cx="5819775" cy="179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ssets | VuePress">
            <a:extLst>
              <a:ext uri="{FF2B5EF4-FFF2-40B4-BE49-F238E27FC236}">
                <a16:creationId xmlns:a16="http://schemas.microsoft.com/office/drawing/2014/main" id="{3940D5BE-8FA1-94A3-8CEA-6269431AB6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7300" y="5836103"/>
            <a:ext cx="3903208" cy="3903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38DDB6CD-9357-BAFA-31C5-4D2D41B71E1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42628" y="6340169"/>
            <a:ext cx="5704285" cy="2329630"/>
          </a:xfrm>
          <a:prstGeom prst="rect">
            <a:avLst/>
          </a:prstGeom>
        </p:spPr>
      </p:pic>
      <p:pic>
        <p:nvPicPr>
          <p:cNvPr id="1036" name="Picture 12" descr="Full featured documentation deployment platform - Read the Docs">
            <a:extLst>
              <a:ext uri="{FF2B5EF4-FFF2-40B4-BE49-F238E27FC236}">
                <a16:creationId xmlns:a16="http://schemas.microsoft.com/office/drawing/2014/main" id="{B253F886-1D24-0A68-2DF1-93D8DFE12E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44051" y="6149173"/>
            <a:ext cx="5819775" cy="305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422043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leelawadee">
      <a:majorFont>
        <a:latin typeface="Leelawadee"/>
        <a:ea typeface=""/>
        <a:cs typeface=""/>
      </a:majorFont>
      <a:minorFont>
        <a:latin typeface="Leelawadee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1552</TotalTime>
  <Words>21</Words>
  <Application>Microsoft Office PowerPoint</Application>
  <PresentationFormat>Custom</PresentationFormat>
  <Paragraphs>12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Leelawadee</vt:lpstr>
      <vt:lpstr>Roboto</vt:lpstr>
      <vt:lpstr>Office Theme</vt:lpstr>
      <vt:lpstr>Python</vt:lpstr>
      <vt:lpstr>Markdown</vt:lpstr>
      <vt:lpstr>Markdown</vt:lpstr>
      <vt:lpstr>Markdown – static sites generators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3137</dc:creator>
  <cp:lastModifiedBy>3137</cp:lastModifiedBy>
  <cp:revision>159</cp:revision>
  <dcterms:created xsi:type="dcterms:W3CDTF">2025-01-12T16:28:05Z</dcterms:created>
  <dcterms:modified xsi:type="dcterms:W3CDTF">2025-03-14T14:52:01Z</dcterms:modified>
</cp:coreProperties>
</file>